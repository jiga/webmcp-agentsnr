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dffde2561f4252" /><Relationship Type="http://schemas.openxmlformats.org/officeDocument/2006/relationships/extended-properties" Target="/docProps/app.xml" Id="R45d1f664aff842e8" /><Relationship Type="http://schemas.openxmlformats.org/officeDocument/2006/relationships/officeDocument" Target="/ppt/presentation.xml" Id="R30daeba07ac24037" /></Relationships>
</file>

<file path=ppt/presentation.xml><?xml version="1.0" encoding="utf-8"?>
<p:presentation xmlns:p="http://schemas.openxmlformats.org/presentationml/2006/main">
  <p:sldMasterIdLst>
    <p:sldMasterId xmlns:r="http://schemas.openxmlformats.org/officeDocument/2006/relationships" id="2147483648" r:id="R37c9d08d21514f31"/>
  </p:sldMasterIdLst>
  <p:notesMasterIdLst>
    <p:notesMasterId xmlns:r="http://schemas.openxmlformats.org/officeDocument/2006/relationships" r:id="R64f9ce9d6fe7464b"/>
  </p:notesMasterIdLst>
  <p:sldIdLst>
    <p:sldId xmlns:r="http://schemas.openxmlformats.org/officeDocument/2006/relationships" id="256" r:id="Rb0385b23a74e4888"/>
    <p:sldId xmlns:r="http://schemas.openxmlformats.org/officeDocument/2006/relationships" id="257" r:id="R3095a9fb12444c60"/>
    <p:sldId xmlns:r="http://schemas.openxmlformats.org/officeDocument/2006/relationships" id="258" r:id="R22fdf15f4555445d"/>
    <p:sldId xmlns:r="http://schemas.openxmlformats.org/officeDocument/2006/relationships" id="259" r:id="R3c8e01f5f44248d6"/>
    <p:sldId xmlns:r="http://schemas.openxmlformats.org/officeDocument/2006/relationships" id="260" r:id="Reffe7d3f97bb4b3d"/>
    <p:sldId xmlns:r="http://schemas.openxmlformats.org/officeDocument/2006/relationships" id="261" r:id="R3902fdd1916d4def"/>
    <p:sldId xmlns:r="http://schemas.openxmlformats.org/officeDocument/2006/relationships" id="262" r:id="R2c670f1666e44b7d"/>
    <p:sldId xmlns:r="http://schemas.openxmlformats.org/officeDocument/2006/relationships" id="263" r:id="Re82f3cfc98954eb1"/>
    <p:sldId xmlns:r="http://schemas.openxmlformats.org/officeDocument/2006/relationships" id="264" r:id="R47d58f09ace64e9d"/>
    <p:sldId xmlns:r="http://schemas.openxmlformats.org/officeDocument/2006/relationships" id="265" r:id="Re58e22e180984a09"/>
    <p:sldId xmlns:r="http://schemas.openxmlformats.org/officeDocument/2006/relationships" id="266" r:id="R0f4a3722533849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c380ec4e64402a" /><Relationship Type="http://schemas.openxmlformats.org/officeDocument/2006/relationships/slideMaster" Target="/ppt/slideMasters/slideMaster1.xml" Id="R37c9d08d21514f31" /><Relationship Type="http://schemas.openxmlformats.org/officeDocument/2006/relationships/notesMaster" Target="/ppt/notesMasters/notesMaster1.xml" Id="R64f9ce9d6fe7464b" /><Relationship Type="http://schemas.openxmlformats.org/officeDocument/2006/relationships/presProps" Target="/ppt/presProps.xml" Id="R02de6f6af5f1442e" /><Relationship Type="http://schemas.openxmlformats.org/officeDocument/2006/relationships/tableStyles" Target="/ppt/tableStyles.xml" Id="R95e0736127db4db0" /><Relationship Type="http://schemas.openxmlformats.org/officeDocument/2006/relationships/slide" Target="/ppt/slides/slide1.xml" Id="Rb0385b23a74e4888" /><Relationship Type="http://schemas.openxmlformats.org/officeDocument/2006/relationships/slide" Target="/ppt/slides/slide2.xml" Id="R3095a9fb12444c60" /><Relationship Type="http://schemas.openxmlformats.org/officeDocument/2006/relationships/slide" Target="/ppt/slides/slide3.xml" Id="R22fdf15f4555445d" /><Relationship Type="http://schemas.openxmlformats.org/officeDocument/2006/relationships/slide" Target="/ppt/slides/slide4.xml" Id="R3c8e01f5f44248d6" /><Relationship Type="http://schemas.openxmlformats.org/officeDocument/2006/relationships/slide" Target="/ppt/slides/slide5.xml" Id="Reffe7d3f97bb4b3d" /><Relationship Type="http://schemas.openxmlformats.org/officeDocument/2006/relationships/slide" Target="/ppt/slides/slide6.xml" Id="R3902fdd1916d4def" /><Relationship Type="http://schemas.openxmlformats.org/officeDocument/2006/relationships/slide" Target="/ppt/slides/slide7.xml" Id="R2c670f1666e44b7d" /><Relationship Type="http://schemas.openxmlformats.org/officeDocument/2006/relationships/slide" Target="/ppt/slides/slide8.xml" Id="Re82f3cfc98954eb1" /><Relationship Type="http://schemas.openxmlformats.org/officeDocument/2006/relationships/slide" Target="/ppt/slides/slide9.xml" Id="R47d58f09ace64e9d" /><Relationship Type="http://schemas.openxmlformats.org/officeDocument/2006/relationships/slide" Target="/ppt/slides/slide10.xml" Id="Re58e22e180984a09" /><Relationship Type="http://schemas.openxmlformats.org/officeDocument/2006/relationships/slide" Target="/ppt/slides/slide11.xml" Id="R0f4a3722533849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40c2fd59cc3420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80873cb98e4e33" /><Relationship Type="http://schemas.openxmlformats.org/officeDocument/2006/relationships/notesMaster" Target="/ppt/notesMasters/notesMaster1.xml" Id="R033be546ebef4769"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bff92c0906418c" /><Relationship Type="http://schemas.openxmlformats.org/officeDocument/2006/relationships/notesMaster" Target="/ppt/notesMasters/notesMaster1.xml" Id="R3f3cb0d78e4d4f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68940836fadb46ee" /><Relationship Type="http://schemas.openxmlformats.org/officeDocument/2006/relationships/notesMaster" Target="/ppt/notesMasters/notesMaster1.xml" Id="R63e736d3c61746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ec07ddf2354fdb" /><Relationship Type="http://schemas.openxmlformats.org/officeDocument/2006/relationships/notesMaster" Target="/ppt/notesMasters/notesMaster1.xml" Id="R76d3555ff2e5419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41676cf8e34b4d" /><Relationship Type="http://schemas.openxmlformats.org/officeDocument/2006/relationships/notesMaster" Target="/ppt/notesMasters/notesMaster1.xml" Id="R59b30955dec343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18f98c0e8b84ee0" /><Relationship Type="http://schemas.openxmlformats.org/officeDocument/2006/relationships/notesMaster" Target="/ppt/notesMasters/notesMaster1.xml" Id="R9bdebc33ff01487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8a3fe5a5d884b79" /><Relationship Type="http://schemas.openxmlformats.org/officeDocument/2006/relationships/notesMaster" Target="/ppt/notesMasters/notesMaster1.xml" Id="Re1225698c69446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8a5d5bd71f44b8" /><Relationship Type="http://schemas.openxmlformats.org/officeDocument/2006/relationships/notesMaster" Target="/ppt/notesMasters/notesMaster1.xml" Id="R416b0375b1fa4333"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94dbc18d5b46ea" /><Relationship Type="http://schemas.openxmlformats.org/officeDocument/2006/relationships/notesMaster" Target="/ppt/notesMasters/notesMaster1.xml" Id="R3aacbcc998a24d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1e4993c007d40d6" /><Relationship Type="http://schemas.openxmlformats.org/officeDocument/2006/relationships/notesMaster" Target="/ppt/notesMasters/notesMaster1.xml" Id="Rb055758e6c574d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9350c547d5427c" /><Relationship Type="http://schemas.openxmlformats.org/officeDocument/2006/relationships/notesMaster" Target="/ppt/notesMasters/notesMaster1.xml" Id="R1f08dada65964b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websites expose tools directly to browser agents, a successful call is only the beginning. Agent SNR—signal-to-noise ratio—shows what agents could do, what they actually did, where a human took over, and what happened next.</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 integrations stop at ‘the tool succeeded.’ That does not tell a merchant whether the customer bought, abandoned, refunded, or bought something unrelated. Agent SNR follows the evidence chain into the verified business outcome.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investigation pattern is familiar, but the object being observed is new. Agent SNR combines journey investigation, operational health, and business outcomes around the website’s own WebMCP tools. The comparison is conceptual; no third-party integration is claimed.</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independent top-level WebMCP surfaces: an 11-tool storefront and an 8-tool Agent SNR monitor, both generated from one first-party catalog. The gateway records one start and one terminal outcome. WooCommerce remains the source of order and refund truth. Human checkout is correlated evidence, not an agent workflow.</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plugin/wmcp-agentops/src/Contract/ToolName.php</a:t>
            </a:r>
          </a:p>
          <a:p xmlns:a="http://schemas.openxmlformats.org/drawingml/2006/main">
            <a:r>
              <a:t>- plugin/wmcp-agentops/src/Abilities/ToolCatalog.php</a:t>
            </a:r>
          </a:p>
          <a:p xmlns:a="http://schemas.openxmlformats.org/drawingml/2006/main">
            <a:r>
              <a:t>- plugin/wmcp-agentops/src/WebMCP/ExecutionController.php</a:t>
            </a:r>
          </a:p>
          <a:p xmlns:a="http://schemas.openxmlformats.org/drawingml/2006/main">
            <a:r>
              <a:t>- plugin/wmcp-agentops/src/Privacy/Redactor.php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agent can reduce work without crossing the consequential boundary. It never places an order, accepts terms, submits customer details, charges, cancels, or refunds. The human checkpoint is deliberate, and the ledger stores bounded operational facts rather than the conversation or customer data.</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plugin/wmcp-agentops/src/Privacy/Redactor.php</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proves the pattern with commerce. The same event-to-outcome loop can trace availability search to a human-confirmed booking, support diagnosis to escalation and resolution, or course discovery to enrollment and refund. Those are product directions, not claimed v0.1 features.</a:t>
            </a:r>
          </a:p>
          <a:p xmlns:a="http://schemas.openxmlformats.org/drawingml/2006/main">
            <a:r>
              <a:t/>
            </a:r>
          </a:p>
          <a:p xmlns:a="http://schemas.openxmlformats.org/drawingml/2006/main">
            <a:r>
              <a:t>[Sources]</a:t>
            </a:r>
          </a:p>
          <a:p xmlns:a="http://schemas.openxmlformats.org/drawingml/2006/main">
            <a:r>
              <a:t>- PRODUCT.md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is easy to draw. The real test is whether one browser session can carry a shopper from evidence to a human order—and then give the merchant a trustworthy explanation. Start fresh, keep the same browser profile through checkout and the public Agent SNR monitor, and run these four stations in order.</a:t>
            </a:r>
          </a:p>
          <a:p xmlns:a="http://schemas.openxmlformats.org/drawingml/2006/main">
            <a:r>
              <a:t/>
            </a:r>
          </a:p>
          <a:p xmlns:a="http://schemas.openxmlformats.org/drawingml/2006/main">
            <a:r>
              <a:t>[Sources]</a:t>
            </a:r>
          </a:p>
          <a:p xmlns:a="http://schemas.openxmlformats.org/drawingml/2006/main">
            <a:r>
              <a:t>- demo/HACKATHON_RUNBOOK.md</a:t>
            </a:r>
          </a:p>
          <a:p xmlns:a="http://schemas.openxmlformats.org/drawingml/2006/main">
            <a:r>
              <a:t>- submission/testing-instructions.md</a:t>
            </a:r>
          </a:p>
          <a:p xmlns:a="http://schemas.openxmlformats.org/drawingml/2006/main">
            <a:r>
              <a:t>- submission/video-script.md</a:t>
            </a:r>
          </a:p>
          <a:p xmlns:a="http://schemas.openxmlformats.org/drawingml/2006/main">
            <a:r>
              <a:t>- submission/demo-screenshots/01-agent-snr-overview.png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real storefront after the tool sequence. The shopper can see the grounded products and the completed workflow rail. The agent has changed only the reversible session cart and prepared a checkout URL; no order exists until the human completes WooCommerce checkout.</a:t>
            </a:r>
          </a:p>
          <a:p xmlns:a="http://schemas.openxmlformats.org/drawingml/2006/main">
            <a:r>
              <a:t/>
            </a:r>
          </a:p>
          <a:p xmlns:a="http://schemas.openxmlformats.org/drawingml/2006/main">
            <a:r>
              <a:t>[Sources]</a:t>
            </a:r>
          </a:p>
          <a:p xmlns:a="http://schemas.openxmlformats.org/drawingml/2006/main">
            <a:r>
              <a:t>- submission/demo-screenshots/02-storefront-evidence.png</a:t>
            </a:r>
          </a:p>
          <a:p xmlns:a="http://schemas.openxmlformats.org/drawingml/2006/main">
            <a:r>
              <a:t>- README.md</a:t>
            </a:r>
          </a:p>
          <a:p xmlns:a="http://schemas.openxmlformats.org/drawingml/2006/main">
            <a:r>
              <a:t>- submission/testing-instructions.md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SNR would rather say ‘unattributed’ than invent revenue. Direct requires matching agent cart evidence plus checkout handoff; assisted requires matching cart evidence; influenced requires matching product evidence; otherwise there is no match. Refunds reduce net. The operator can disable a storefront tool only for this demo session and later clear that override.</a:t>
            </a:r>
          </a:p>
          <a:p xmlns:a="http://schemas.openxmlformats.org/drawingml/2006/main">
            <a:r>
              <a:t/>
            </a:r>
          </a:p>
          <a:p xmlns:a="http://schemas.openxmlformats.org/drawingml/2006/main">
            <a:r>
              <a:t>[Sources]</a:t>
            </a:r>
          </a:p>
          <a:p xmlns:a="http://schemas.openxmlformats.org/drawingml/2006/main">
            <a:r>
              <a:t>- submission/demo-screenshots/05-workflow-replay.png</a:t>
            </a:r>
          </a:p>
          <a:p xmlns:a="http://schemas.openxmlformats.org/drawingml/2006/main">
            <a:r>
              <a:t>- submission/demo-screenshots/07-refund-net-outcome.png</a:t>
            </a:r>
          </a:p>
          <a:p xmlns:a="http://schemas.openxmlformats.org/drawingml/2006/main">
            <a:r>
              <a:t>- submission/demo-screenshots/06-session-controls.png</a:t>
            </a:r>
          </a:p>
          <a:p xmlns:a="http://schemas.openxmlformats.org/drawingml/2006/main">
            <a:r>
              <a:t>- plugin/wmcp-agentops/src/WooCommerce/AttributionRules.php</a:t>
            </a:r>
          </a:p>
          <a:p xmlns:a="http://schemas.openxmlformats.org/drawingml/2006/main">
            <a:r>
              <a:t>- 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suite covers real classic checkout, cross-tab cart synchronization, bounded Workflow Replay, direct and influenced attribution, and human-only exclusion. Woo lifecycle tests cover unpaid and paid states, partial and full refunds, cancellation, and provenance-negative lines. The exact release ZIP was verified across three WordPress/WooCommerce environments.</a:t>
            </a:r>
          </a:p>
          <a:p xmlns:a="http://schemas.openxmlformats.org/drawingml/2006/main">
            <a:r>
              <a:t/>
            </a:r>
          </a:p>
          <a:p xmlns:a="http://schemas.openxmlformats.org/drawingml/2006/main">
            <a:r>
              <a:t>[Sources]</a:t>
            </a:r>
          </a:p>
          <a:p xmlns:a="http://schemas.openxmlformats.org/drawingml/2006/main">
            <a:r>
              <a:t>- submission/verification-report.md</a:t>
            </a:r>
          </a:p>
          <a:p xmlns:a="http://schemas.openxmlformats.org/drawingml/2006/main">
            <a:r>
              <a:t>- 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memorable idea is not merely AI shopping. It is a website exposing useful agent capabilities while giving its operator the evidence and control needed to run them responsibly. The hosted top-level route is the intended judging path; Docker reproduces the complete local loop; Playground proves plugin portability while iframe tool discovery is not claimed.</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demo/HACKATHON_RUNBOOK.md</a:t>
            </a:r>
          </a:p>
          <a:p xmlns:a="http://schemas.openxmlformats.org/drawingml/2006/main">
            <a:r>
              <a:t>- submission/testing-instructions.md</a:t>
            </a:r>
          </a:p>
          <a:p xmlns:a="http://schemas.openxmlformats.org/drawingml/2006/main">
            <a:r>
              <a:t>- submission/devpost-description.md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541a1e5f814d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58381f38c74c6d" /><Relationship Type="http://schemas.openxmlformats.org/officeDocument/2006/relationships/slideLayout" Target="/ppt/slideLayouts/slideLayout1.xml" Id="Rf2d6f06d47694c3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d6f06d47694c3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caf484f4f3437b" /><Relationship Type="http://schemas.openxmlformats.org/officeDocument/2006/relationships/notesSlide" Target="/ppt/notesSlides/notesSlide1.xml" Id="Rcf73738512b84e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5260acd71d14c79" /><Relationship Type="http://schemas.openxmlformats.org/officeDocument/2006/relationships/notesSlide" Target="/ppt/notesSlides/notesSlide2.xml" Id="Rafc411a0a1a547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9d3227427f248c7" /><Relationship Type="http://schemas.openxmlformats.org/officeDocument/2006/relationships/notesSlide" Target="/ppt/notesSlides/notesSlide3.xml" Id="Rd1bea5c5d07844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7089ca94c8d47f7" /><Relationship Type="http://schemas.openxmlformats.org/officeDocument/2006/relationships/notesSlide" Target="/ppt/notesSlides/notesSlide4.xml" Id="Rd3216151fe234c8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2070603f3514782" /><Relationship Type="http://schemas.openxmlformats.org/officeDocument/2006/relationships/notesSlide" Target="/ppt/notesSlides/notesSlide5.xml" Id="R2e5cfdba37fb44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89bfd7ac0694c97" /><Relationship Type="http://schemas.openxmlformats.org/officeDocument/2006/relationships/notesSlide" Target="/ppt/notesSlides/notesSlide6.xml" Id="R0d209b1f4fb244b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121a62a95484de1" /><Relationship Type="http://schemas.openxmlformats.org/officeDocument/2006/relationships/image" Target="/ppt/media/image.png" Id="R933719174cb54f71" /><Relationship Type="http://schemas.openxmlformats.org/officeDocument/2006/relationships/notesSlide" Target="/ppt/notesSlides/notesSlide7.xml" Id="Rf11071ee4d0a405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0405a8f419b45ff" /><Relationship Type="http://schemas.openxmlformats.org/officeDocument/2006/relationships/image" Target="/ppt/media/image2.png" Id="Rcb12a6a63651443f" /><Relationship Type="http://schemas.openxmlformats.org/officeDocument/2006/relationships/notesSlide" Target="/ppt/notesSlides/notesSlide8.xml" Id="R37cfaa0a8a2248b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69d6d7e39d4d2b" /><Relationship Type="http://schemas.openxmlformats.org/officeDocument/2006/relationships/image" Target="/ppt/media/image3.png" Id="R8ce80d4520b74eed" /><Relationship Type="http://schemas.openxmlformats.org/officeDocument/2006/relationships/image" Target="/ppt/media/image4.png" Id="R692bcf373018434d" /><Relationship Type="http://schemas.openxmlformats.org/officeDocument/2006/relationships/notesSlide" Target="/ppt/notesSlides/notesSlide9.xml" Id="R859b2d4a356343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912b90bd20545a8" /><Relationship Type="http://schemas.openxmlformats.org/officeDocument/2006/relationships/notesSlide" Target="/ppt/notesSlides/notesSlide10.xml" Id="R17dd33b4b8eb40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ccbd5bc31ea4dd0" /><Relationship Type="http://schemas.openxmlformats.org/officeDocument/2006/relationships/notesSlide" Target="/ppt/notesSlides/notesSlide11.xml" Id="Rdb62aab2f622489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5FE951-B31B-46EF-9C9A-EFC96715A1B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769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CDBCB68-BC5E-443B-92CE-22E0B893C177}"/>
              </a:ext>
            </a:extLst>
          </p:cNvPr>
          <p:cNvSpPr>
            <a:spLocks xmlns:a="http://schemas.openxmlformats.org/drawingml/2006/main" noGrp="1"/>
          </p:cNvSpPr>
          <p:nvPr/>
        </p:nvSpPr>
        <p:spPr>
          <a:xfrm xmlns:a="http://schemas.openxmlformats.org/drawingml/2006/main">
            <a:off x="609600" y="5143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 OUTCOME MONITORING FOR WORDPRESS</a:t>
            </a:r>
          </a:p>
        </p:txBody>
      </p:sp>
      <p:sp>
        <p:nvSpPr>
          <p:cNvPr id="3" name="">
            <a:extLst xmlns:a="http://schemas.openxmlformats.org/drawingml/2006/main">
              <a:ext uri="{FF2B5EF4-FFF2-40B4-BE49-F238E27FC236}">
                <a16:creationId xmlns:a16="http://schemas.microsoft.com/office/drawing/2014/main" id="{855C54CD-9080-46CC-BCD1-C60D7AC9640D}"/>
              </a:ext>
            </a:extLst>
          </p:cNvPr>
          <p:cNvSpPr>
            <a:spLocks xmlns:a="http://schemas.openxmlformats.org/drawingml/2006/main" noGrp="1"/>
          </p:cNvSpPr>
          <p:nvPr/>
        </p:nvSpPr>
        <p:spPr>
          <a:xfrm xmlns:a="http://schemas.openxmlformats.org/drawingml/2006/main">
            <a:off x="571500" y="1314450"/>
            <a:ext cx="6286500" cy="2647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Agent</a:t>
            </a:r>
          </a:p>
          <a:p xmlns:a="http://schemas.openxmlformats.org/drawingml/2006/main">
            <a:pPr algn="l">
              <a:buNone/>
              <a:defRPr sz="8400" b="1" i="0">
                <a:solidFill>
                  <a:srgbClr val="111111"/>
                </a:solidFill>
                <a:latin typeface="Helvetica Neue"/>
                <a:ea typeface="Helvetica Neue"/>
                <a:cs typeface="Helvetica Neue"/>
              </a:defRPr>
            </a:pPr>
            <a:r>
              <a:rPr sz="8400" b="1" i="0">
                <a:solidFill>
                  <a:srgbClr val="111111"/>
                </a:solidFill>
                <a:latin typeface="Helvetica Neue"/>
                <a:ea typeface="Helvetica Neue"/>
                <a:cs typeface="Helvetica Neue"/>
              </a:rPr>
              <a:t>SNR</a:t>
            </a:r>
          </a:p>
        </p:txBody>
      </p:sp>
      <p:sp>
        <p:nvSpPr>
          <p:cNvPr id="4" name="">
            <a:extLst xmlns:a="http://schemas.openxmlformats.org/drawingml/2006/main">
              <a:ext uri="{FF2B5EF4-FFF2-40B4-BE49-F238E27FC236}">
                <a16:creationId xmlns:a16="http://schemas.microsoft.com/office/drawing/2014/main" id="{01D80798-81DF-46F8-91CC-79A775F7C0B8}"/>
              </a:ext>
            </a:extLst>
          </p:cNvPr>
          <p:cNvSpPr>
            <a:spLocks xmlns:a="http://schemas.openxmlformats.org/drawingml/2006/main" noGrp="1"/>
          </p:cNvSpPr>
          <p:nvPr/>
        </p:nvSpPr>
        <p:spPr>
          <a:xfrm xmlns:a="http://schemas.openxmlformats.org/drawingml/2006/main">
            <a:off x="6572250" y="1790700"/>
            <a:ext cx="4762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See what agents did.</a:t>
            </a:r>
          </a:p>
          <a:p xmlns:a="http://schemas.openxmlformats.org/drawingml/2006/main">
            <a:pPr algn="l">
              <a:buNone/>
              <a:defRPr sz="2550" b="1" i="0">
                <a:solidFill>
                  <a:srgbClr val="111111"/>
                </a:solidFill>
                <a:latin typeface="Helvetica Neue"/>
                <a:ea typeface="Helvetica Neue"/>
                <a:cs typeface="Helvetica Neue"/>
              </a:defRPr>
            </a:pPr>
            <a:r>
              <a:rPr sz="2550" b="1" i="0">
                <a:solidFill>
                  <a:srgbClr val="111111"/>
                </a:solidFill>
                <a:latin typeface="Helvetica Neue"/>
                <a:ea typeface="Helvetica Neue"/>
                <a:cs typeface="Helvetica Neue"/>
              </a:rPr>
              <a:t>Prove what happened next.</a:t>
            </a:r>
          </a:p>
        </p:txBody>
      </p:sp>
      <p:sp>
        <p:nvSpPr>
          <p:cNvPr id="5" name="">
            <a:extLst xmlns:a="http://schemas.openxmlformats.org/drawingml/2006/main">
              <a:ext uri="{FF2B5EF4-FFF2-40B4-BE49-F238E27FC236}">
                <a16:creationId xmlns:a16="http://schemas.microsoft.com/office/drawing/2014/main" id="{DA49A2FA-2FAE-456B-B3F8-B917BEE342A9}"/>
              </a:ext>
            </a:extLst>
          </p:cNvPr>
          <p:cNvSpPr>
            <a:spLocks xmlns:a="http://schemas.openxmlformats.org/drawingml/2006/main" noGrp="1"/>
          </p:cNvSpPr>
          <p:nvPr/>
        </p:nvSpPr>
        <p:spPr>
          <a:xfrm xmlns:a="http://schemas.openxmlformats.org/drawingml/2006/main">
            <a:off x="6572250" y="3619500"/>
            <a:ext cx="4000500" cy="647700"/>
          </a:xfrm>
          <a:prstGeom xmlns:a="http://schemas.openxmlformats.org/drawingml/2006/main" prst="roundRect">
            <a:avLst>
              <a:gd name="adj" fmla="val 17647"/>
            </a:avLst>
          </a:prstGeom>
          <a:solidFill xmlns:a="http://schemas.openxmlformats.org/drawingml/2006/main">
            <a:srgbClr val="DCE8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ACD436-0D39-461E-89B8-97BAF5EBAAB5}"/>
              </a:ext>
            </a:extLst>
          </p:cNvPr>
          <p:cNvSpPr>
            <a:spLocks xmlns:a="http://schemas.openxmlformats.org/drawingml/2006/main" noGrp="1"/>
          </p:cNvSpPr>
          <p:nvPr/>
        </p:nvSpPr>
        <p:spPr>
          <a:xfrm xmlns:a="http://schemas.openxmlformats.org/drawingml/2006/main">
            <a:off x="6838950" y="38481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SNR = SIGNAL-TO-NOISE RATIO</a:t>
            </a:r>
          </a:p>
        </p:txBody>
      </p:sp>
      <p:cxnSp>
        <p:nvCxnSpPr>
          <p:cNvPr id="23" name=""/>
          <p:cNvCxnSpPr/>
          <p:nvPr/>
        </p:nvCxnSpPr>
        <p:spPr>
          <a:xfrm xmlns:a="http://schemas.openxmlformats.org/drawingml/2006/main">
            <a:off x="571500" y="5829300"/>
            <a:ext cx="10763250" cy="0"/>
          </a:xfrm>
          <a:prstGeom xmlns:a="http://schemas.openxmlformats.org/drawingml/2006/main" prst="straightConnector1">
            <a:avLst/>
          </a:prstGeom>
          <a:ln xmlns:a="http://schemas.openxmlformats.org/drawingml/2006/main" w="19050">
            <a:solidFill>
              <a:srgbClr val="111111"/>
            </a:solidFill>
            <a:prstDash val="solid"/>
          </a:ln>
        </p:spPr>
      </p:cxnSp>
      <p:sp>
        <p:nvSpPr>
          <p:cNvPr id="8" name="">
            <a:extLst xmlns:a="http://schemas.openxmlformats.org/drawingml/2006/main">
              <a:ext uri="{FF2B5EF4-FFF2-40B4-BE49-F238E27FC236}">
                <a16:creationId xmlns:a16="http://schemas.microsoft.com/office/drawing/2014/main" id="{DAF9E868-2DA0-4D68-9F22-00E98DAA144A}"/>
              </a:ext>
            </a:extLst>
          </p:cNvPr>
          <p:cNvSpPr>
            <a:spLocks xmlns:a="http://schemas.openxmlformats.org/drawingml/2006/main" noGrp="1"/>
          </p:cNvSpPr>
          <p:nvPr/>
        </p:nvSpPr>
        <p:spPr>
          <a:xfrm xmlns:a="http://schemas.openxmlformats.org/drawingml/2006/main">
            <a:off x="571500" y="603885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11111"/>
                </a:solidFill>
                <a:latin typeface="Menlo"/>
                <a:ea typeface="Menlo"/>
                <a:cs typeface="Menlo"/>
              </a:defRPr>
            </a:pPr>
            <a:r>
              <a:rPr sz="975" b="1" i="0">
                <a:solidFill>
                  <a:srgbClr val="111111"/>
                </a:solidFill>
                <a:latin typeface="Menlo"/>
                <a:ea typeface="Menlo"/>
                <a:cs typeface="Menlo"/>
              </a:rPr>
              <a:t>STOREFRONT → AGENT → HUMAN → VERIFIED OUTCOME</a:t>
            </a:r>
          </a:p>
        </p:txBody>
      </p:sp>
      <p:sp>
        <p:nvSpPr>
          <p:cNvPr id="9" name="">
            <a:extLst xmlns:a="http://schemas.openxmlformats.org/drawingml/2006/main">
              <a:ext uri="{FF2B5EF4-FFF2-40B4-BE49-F238E27FC236}">
                <a16:creationId xmlns:a16="http://schemas.microsoft.com/office/drawing/2014/main" id="{403DE47F-C21B-4C3E-BBE9-713C7928655E}"/>
              </a:ext>
            </a:extLst>
          </p:cNvPr>
          <p:cNvSpPr>
            <a:spLocks xmlns:a="http://schemas.openxmlformats.org/drawingml/2006/main" noGrp="1"/>
          </p:cNvSpPr>
          <p:nvPr/>
        </p:nvSpPr>
        <p:spPr>
          <a:xfrm xmlns:a="http://schemas.openxmlformats.org/drawingml/2006/main">
            <a:off x="10763250" y="60007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050" b="1" i="0">
                <a:solidFill>
                  <a:srgbClr val="111111"/>
                </a:solidFill>
                <a:latin typeface="Menlo"/>
                <a:ea typeface="Menlo"/>
                <a:cs typeface="Menlo"/>
              </a:defRPr>
            </a:pPr>
            <a:r>
              <a:rPr sz="1050" b="1" i="0">
                <a:solidFill>
                  <a:srgbClr val="111111"/>
                </a:solidFill>
                <a:latin typeface="Menlo"/>
                <a:ea typeface="Menlo"/>
                <a:cs typeface="Menlo"/>
              </a:rPr>
              <a:t>01</a:t>
            </a:r>
          </a:p>
        </p:txBody>
      </p:sp>
    </p:spTree>
    <p:extLst>
      <p:ext uri="{BB962C8B-B14F-4D97-AF65-F5344CB8AC3E}">
        <p14:creationId xmlns:p14="http://schemas.microsoft.com/office/powerpoint/2010/main" val="1030241142"/>
      </p:ext>
    </p:extLst>
  </p:cSld>
</p:sld>
</file>

<file path=ppt/slides/slide2.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CBF8B4E5-C49B-4EBA-81BA-A996777239F0}"/>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THE MISSING OPERATIONAL TRUTH</a:t>
            </a:r>
          </a:p>
        </p:txBody>
      </p:sp>
      <p:sp>
        <p:nvSpPr>
          <p:cNvPr id="2" name="">
            <a:extLst xmlns:a="http://schemas.openxmlformats.org/drawingml/2006/main">
              <a:ext uri="{FF2B5EF4-FFF2-40B4-BE49-F238E27FC236}">
                <a16:creationId xmlns:a16="http://schemas.microsoft.com/office/drawing/2014/main" id="{19ED303A-A51D-45A8-94F9-9A1C2B69893E}"/>
              </a:ext>
            </a:extLst>
          </p:cNvPr>
          <p:cNvSpPr>
            <a:spLocks xmlns:a="http://schemas.openxmlformats.org/drawingml/2006/main" noGrp="1"/>
          </p:cNvSpPr>
          <p:nvPr/>
        </p:nvSpPr>
        <p:spPr>
          <a:xfrm xmlns:a="http://schemas.openxmlformats.org/drawingml/2006/main">
            <a:off x="533400" y="723900"/>
            <a:ext cx="11125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450" b="1" i="0">
                <a:solidFill>
                  <a:srgbClr val="FFFFFF"/>
                </a:solidFill>
                <a:latin typeface="Helvetica Neue"/>
                <a:ea typeface="Helvetica Neue"/>
                <a:cs typeface="Helvetica Neue"/>
              </a:defRPr>
            </a:pPr>
            <a:r>
              <a:rPr sz="3450" b="1" i="0">
                <a:solidFill>
                  <a:srgbClr val="FFFFFF"/>
                </a:solidFill>
                <a:latin typeface="Helvetica Neue"/>
                <a:ea typeface="Helvetica Neue"/>
                <a:cs typeface="Helvetica Neue"/>
              </a:rPr>
              <a:t>A successful tool call can still hide a failed journey.</a:t>
            </a:r>
          </a:p>
        </p:txBody>
      </p:sp>
      <p:cxnSp>
        <p:nvCxnSpPr>
          <p:cNvPr id="33"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4" name="">
            <a:extLst xmlns:a="http://schemas.openxmlformats.org/drawingml/2006/main">
              <a:ext uri="{FF2B5EF4-FFF2-40B4-BE49-F238E27FC236}">
                <a16:creationId xmlns:a16="http://schemas.microsoft.com/office/drawing/2014/main" id="{D7B74FCD-B3B1-4A04-8DE7-2EAFCB20A3B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49F868F-5141-479A-A887-3D90C83F9B82}"/>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02</a:t>
            </a:r>
          </a:p>
        </p:txBody>
      </p:sp>
      <p:cxnSp>
        <p:nvCxnSpPr>
          <p:cNvPr id="36" name=""/>
          <p:cNvCxnSpPr/>
          <p:nvPr/>
        </p:nvCxnSpPr>
        <p:spPr>
          <a:xfrm xmlns:a="http://schemas.openxmlformats.org/drawingml/2006/main">
            <a:off x="742950" y="2762250"/>
            <a:ext cx="10096500" cy="0"/>
          </a:xfrm>
          <a:prstGeom xmlns:a="http://schemas.openxmlformats.org/drawingml/2006/main" prst="straightConnector1">
            <a:avLst/>
          </a:prstGeom>
          <a:ln xmlns:a="http://schemas.openxmlformats.org/drawingml/2006/main" w="38100">
            <a:solidFill>
              <a:srgbClr val="4A5260"/>
            </a:solidFill>
            <a:prstDash val="solid"/>
          </a:ln>
        </p:spPr>
      </p:cxnSp>
      <p:sp>
        <p:nvSpPr>
          <p:cNvPr id="7" name="">
            <a:extLst xmlns:a="http://schemas.openxmlformats.org/drawingml/2006/main">
              <a:ext uri="{FF2B5EF4-FFF2-40B4-BE49-F238E27FC236}">
                <a16:creationId xmlns:a16="http://schemas.microsoft.com/office/drawing/2014/main" id="{1E657A67-7EAD-4C98-93B7-8E9AB12A071B}"/>
              </a:ext>
            </a:extLst>
          </p:cNvPr>
          <p:cNvSpPr>
            <a:spLocks xmlns:a="http://schemas.openxmlformats.org/drawingml/2006/main" noGrp="1"/>
          </p:cNvSpPr>
          <p:nvPr/>
        </p:nvSpPr>
        <p:spPr>
          <a:xfrm xmlns:a="http://schemas.openxmlformats.org/drawingml/2006/main">
            <a:off x="7620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E67A128-8966-416F-9D49-1A1D4CE63AA9}"/>
              </a:ext>
            </a:extLst>
          </p:cNvPr>
          <p:cNvSpPr>
            <a:spLocks xmlns:a="http://schemas.openxmlformats.org/drawingml/2006/main" noGrp="1"/>
          </p:cNvSpPr>
          <p:nvPr/>
        </p:nvSpPr>
        <p:spPr>
          <a:xfrm xmlns:a="http://schemas.openxmlformats.org/drawingml/2006/main">
            <a:off x="762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3A3F1E72-690D-423F-A2B1-52B8BFA9F17D}"/>
              </a:ext>
            </a:extLst>
          </p:cNvPr>
          <p:cNvSpPr>
            <a:spLocks xmlns:a="http://schemas.openxmlformats.org/drawingml/2006/main" noGrp="1"/>
          </p:cNvSpPr>
          <p:nvPr/>
        </p:nvSpPr>
        <p:spPr>
          <a:xfrm xmlns:a="http://schemas.openxmlformats.org/drawingml/2006/main">
            <a:off x="762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Product found</a:t>
            </a:r>
          </a:p>
        </p:txBody>
      </p:sp>
      <p:sp>
        <p:nvSpPr>
          <p:cNvPr id="10" name="">
            <a:extLst xmlns:a="http://schemas.openxmlformats.org/drawingml/2006/main">
              <a:ext uri="{FF2B5EF4-FFF2-40B4-BE49-F238E27FC236}">
                <a16:creationId xmlns:a16="http://schemas.microsoft.com/office/drawing/2014/main" id="{063531A9-7B4B-427A-A55A-61D4E915C09E}"/>
              </a:ext>
            </a:extLst>
          </p:cNvPr>
          <p:cNvSpPr>
            <a:spLocks xmlns:a="http://schemas.openxmlformats.org/drawingml/2006/main" noGrp="1"/>
          </p:cNvSpPr>
          <p:nvPr/>
        </p:nvSpPr>
        <p:spPr>
          <a:xfrm xmlns:a="http://schemas.openxmlformats.org/drawingml/2006/main">
            <a:off x="3619500" y="2352675"/>
            <a:ext cx="419100" cy="419100"/>
          </a:xfrm>
          <a:prstGeom xmlns:a="http://schemas.openxmlformats.org/drawingml/2006/main" prst="roundRect">
            <a:avLst>
              <a:gd name="adj" fmla="val 27273"/>
            </a:avLst>
          </a:prstGeom>
          <a:solidFill xmlns:a="http://schemas.openxmlformats.org/drawingml/2006/main">
            <a:srgbClr val="35B56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981EDC-4C51-4FFE-878D-814197D30E57}"/>
              </a:ext>
            </a:extLst>
          </p:cNvPr>
          <p:cNvSpPr>
            <a:spLocks xmlns:a="http://schemas.openxmlformats.org/drawingml/2006/main" noGrp="1"/>
          </p:cNvSpPr>
          <p:nvPr/>
        </p:nvSpPr>
        <p:spPr>
          <a:xfrm xmlns:a="http://schemas.openxmlformats.org/drawingml/2006/main">
            <a:off x="36195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02</a:t>
            </a:r>
          </a:p>
        </p:txBody>
      </p:sp>
      <p:sp>
        <p:nvSpPr>
          <p:cNvPr id="12" name="">
            <a:extLst xmlns:a="http://schemas.openxmlformats.org/drawingml/2006/main">
              <a:ext uri="{FF2B5EF4-FFF2-40B4-BE49-F238E27FC236}">
                <a16:creationId xmlns:a16="http://schemas.microsoft.com/office/drawing/2014/main" id="{32385960-FC3D-46D7-AB07-96ED13164E18}"/>
              </a:ext>
            </a:extLst>
          </p:cNvPr>
          <p:cNvSpPr>
            <a:spLocks xmlns:a="http://schemas.openxmlformats.org/drawingml/2006/main" noGrp="1"/>
          </p:cNvSpPr>
          <p:nvPr/>
        </p:nvSpPr>
        <p:spPr>
          <a:xfrm xmlns:a="http://schemas.openxmlformats.org/drawingml/2006/main">
            <a:off x="36195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Cart changed</a:t>
            </a:r>
          </a:p>
        </p:txBody>
      </p:sp>
      <p:sp>
        <p:nvSpPr>
          <p:cNvPr id="13" name="">
            <a:extLst xmlns:a="http://schemas.openxmlformats.org/drawingml/2006/main">
              <a:ext uri="{FF2B5EF4-FFF2-40B4-BE49-F238E27FC236}">
                <a16:creationId xmlns:a16="http://schemas.microsoft.com/office/drawing/2014/main" id="{DF692702-FFF4-4DAA-8CA3-2C7AC13395CA}"/>
              </a:ext>
            </a:extLst>
          </p:cNvPr>
          <p:cNvSpPr>
            <a:spLocks xmlns:a="http://schemas.openxmlformats.org/drawingml/2006/main" noGrp="1"/>
          </p:cNvSpPr>
          <p:nvPr/>
        </p:nvSpPr>
        <p:spPr>
          <a:xfrm xmlns:a="http://schemas.openxmlformats.org/drawingml/2006/main">
            <a:off x="6477000" y="2352675"/>
            <a:ext cx="419100" cy="419100"/>
          </a:xfrm>
          <a:prstGeom xmlns:a="http://schemas.openxmlformats.org/drawingml/2006/main" prst="roundRect">
            <a:avLst>
              <a:gd name="adj" fmla="val 27273"/>
            </a:avLst>
          </a:prstGeom>
          <a:solidFill xmlns:a="http://schemas.openxmlformats.org/drawingml/2006/main">
            <a:srgbClr val="1769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51B04C-C3C4-4734-80D1-7333CAF002BB}"/>
              </a:ext>
            </a:extLst>
          </p:cNvPr>
          <p:cNvSpPr>
            <a:spLocks xmlns:a="http://schemas.openxmlformats.org/drawingml/2006/main" noGrp="1"/>
          </p:cNvSpPr>
          <p:nvPr/>
        </p:nvSpPr>
        <p:spPr>
          <a:xfrm xmlns:a="http://schemas.openxmlformats.org/drawingml/2006/main">
            <a:off x="6477000" y="247650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111111"/>
                </a:solidFill>
                <a:latin typeface="Menlo"/>
                <a:ea typeface="Menlo"/>
                <a:cs typeface="Menlo"/>
              </a:defRPr>
            </a:pPr>
            <a:r>
              <a:rPr sz="900" b="1" i="0">
                <a:solidFill>
                  <a:srgbClr val="111111"/>
                </a:solidFill>
                <a:latin typeface="Menlo"/>
                <a:ea typeface="Menlo"/>
                <a:cs typeface="Menlo"/>
              </a:rPr>
              <a:t>03</a:t>
            </a:r>
          </a:p>
        </p:txBody>
      </p:sp>
      <p:sp>
        <p:nvSpPr>
          <p:cNvPr id="15" name="">
            <a:extLst xmlns:a="http://schemas.openxmlformats.org/drawingml/2006/main">
              <a:ext uri="{FF2B5EF4-FFF2-40B4-BE49-F238E27FC236}">
                <a16:creationId xmlns:a16="http://schemas.microsoft.com/office/drawing/2014/main" id="{5E5DB095-8F16-4DDA-AAFE-55EAA8C591BF}"/>
              </a:ext>
            </a:extLst>
          </p:cNvPr>
          <p:cNvSpPr>
            <a:spLocks xmlns:a="http://schemas.openxmlformats.org/drawingml/2006/main" noGrp="1"/>
          </p:cNvSpPr>
          <p:nvPr/>
        </p:nvSpPr>
        <p:spPr>
          <a:xfrm xmlns:a="http://schemas.openxmlformats.org/drawingml/2006/main">
            <a:off x="6477000" y="30099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Then what?</a:t>
            </a:r>
          </a:p>
        </p:txBody>
      </p:sp>
      <p:sp>
        <p:nvSpPr>
          <p:cNvPr id="16" name="">
            <a:extLst xmlns:a="http://schemas.openxmlformats.org/drawingml/2006/main">
              <a:ext uri="{FF2B5EF4-FFF2-40B4-BE49-F238E27FC236}">
                <a16:creationId xmlns:a16="http://schemas.microsoft.com/office/drawing/2014/main" id="{7339D8A0-F706-4447-A35D-FA3EB2E28BDF}"/>
              </a:ext>
            </a:extLst>
          </p:cNvPr>
          <p:cNvSpPr>
            <a:spLocks xmlns:a="http://schemas.openxmlformats.org/drawingml/2006/main" noGrp="1"/>
          </p:cNvSpPr>
          <p:nvPr/>
        </p:nvSpPr>
        <p:spPr>
          <a:xfrm xmlns:a="http://schemas.openxmlformats.org/drawingml/2006/main">
            <a:off x="6429375" y="3676650"/>
            <a:ext cx="21336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9525">
            <a:solidFill>
              <a:srgbClr val="4A5260"/>
            </a:solidFill>
            <a:prstDash val="solid"/>
          </a:ln>
        </p:spPr>
      </p:sp>
      <p:sp>
        <p:nvSpPr>
          <p:cNvPr id="17" name="">
            <a:extLst xmlns:a="http://schemas.openxmlformats.org/drawingml/2006/main">
              <a:ext uri="{FF2B5EF4-FFF2-40B4-BE49-F238E27FC236}">
                <a16:creationId xmlns:a16="http://schemas.microsoft.com/office/drawing/2014/main" id="{AE79F0DC-18AD-41B4-8638-A97F52D67E0D}"/>
              </a:ext>
            </a:extLst>
          </p:cNvPr>
          <p:cNvSpPr>
            <a:spLocks xmlns:a="http://schemas.openxmlformats.org/drawingml/2006/main" noGrp="1"/>
          </p:cNvSpPr>
          <p:nvPr/>
        </p:nvSpPr>
        <p:spPr>
          <a:xfrm xmlns:a="http://schemas.openxmlformats.org/drawingml/2006/main">
            <a:off x="6600825"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PAID</a:t>
            </a:r>
          </a:p>
        </p:txBody>
      </p:sp>
      <p:sp>
        <p:nvSpPr>
          <p:cNvPr id="18" name="">
            <a:extLst xmlns:a="http://schemas.openxmlformats.org/drawingml/2006/main">
              <a:ext uri="{FF2B5EF4-FFF2-40B4-BE49-F238E27FC236}">
                <a16:creationId xmlns:a16="http://schemas.microsoft.com/office/drawing/2014/main" id="{CB78B261-6EBA-4694-AE60-6386DD928C1A}"/>
              </a:ext>
            </a:extLst>
          </p:cNvPr>
          <p:cNvSpPr>
            <a:spLocks xmlns:a="http://schemas.openxmlformats.org/drawingml/2006/main" noGrp="1"/>
          </p:cNvSpPr>
          <p:nvPr/>
        </p:nvSpPr>
        <p:spPr>
          <a:xfrm xmlns:a="http://schemas.openxmlformats.org/drawingml/2006/main">
            <a:off x="8763000" y="36766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19" name="">
            <a:extLst xmlns:a="http://schemas.openxmlformats.org/drawingml/2006/main">
              <a:ext uri="{FF2B5EF4-FFF2-40B4-BE49-F238E27FC236}">
                <a16:creationId xmlns:a16="http://schemas.microsoft.com/office/drawing/2014/main" id="{7C275DDA-5633-47BE-8957-4229A90DC228}"/>
              </a:ext>
            </a:extLst>
          </p:cNvPr>
          <p:cNvSpPr>
            <a:spLocks xmlns:a="http://schemas.openxmlformats.org/drawingml/2006/main" noGrp="1"/>
          </p:cNvSpPr>
          <p:nvPr/>
        </p:nvSpPr>
        <p:spPr>
          <a:xfrm xmlns:a="http://schemas.openxmlformats.org/drawingml/2006/main">
            <a:off x="8934450" y="38481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ABANDONED</a:t>
            </a:r>
          </a:p>
        </p:txBody>
      </p:sp>
      <p:sp>
        <p:nvSpPr>
          <p:cNvPr id="20" name="">
            <a:extLst xmlns:a="http://schemas.openxmlformats.org/drawingml/2006/main">
              <a:ext uri="{FF2B5EF4-FFF2-40B4-BE49-F238E27FC236}">
                <a16:creationId xmlns:a16="http://schemas.microsoft.com/office/drawing/2014/main" id="{C2140EA3-63E7-4778-B864-465AD7F28FF4}"/>
              </a:ext>
            </a:extLst>
          </p:cNvPr>
          <p:cNvSpPr>
            <a:spLocks xmlns:a="http://schemas.openxmlformats.org/drawingml/2006/main" noGrp="1"/>
          </p:cNvSpPr>
          <p:nvPr/>
        </p:nvSpPr>
        <p:spPr>
          <a:xfrm xmlns:a="http://schemas.openxmlformats.org/drawingml/2006/main">
            <a:off x="6429375"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1" name="">
            <a:extLst xmlns:a="http://schemas.openxmlformats.org/drawingml/2006/main">
              <a:ext uri="{FF2B5EF4-FFF2-40B4-BE49-F238E27FC236}">
                <a16:creationId xmlns:a16="http://schemas.microsoft.com/office/drawing/2014/main" id="{1E89E0B7-2F80-425E-A1EA-229AA9E8D109}"/>
              </a:ext>
            </a:extLst>
          </p:cNvPr>
          <p:cNvSpPr>
            <a:spLocks xmlns:a="http://schemas.openxmlformats.org/drawingml/2006/main" noGrp="1"/>
          </p:cNvSpPr>
          <p:nvPr/>
        </p:nvSpPr>
        <p:spPr>
          <a:xfrm xmlns:a="http://schemas.openxmlformats.org/drawingml/2006/main">
            <a:off x="6600825"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REFUNDED</a:t>
            </a:r>
          </a:p>
        </p:txBody>
      </p:sp>
      <p:sp>
        <p:nvSpPr>
          <p:cNvPr id="22" name="">
            <a:extLst xmlns:a="http://schemas.openxmlformats.org/drawingml/2006/main">
              <a:ext uri="{FF2B5EF4-FFF2-40B4-BE49-F238E27FC236}">
                <a16:creationId xmlns:a16="http://schemas.microsoft.com/office/drawing/2014/main" id="{557DFF03-17B6-4197-AAD7-E3FC940176DE}"/>
              </a:ext>
            </a:extLst>
          </p:cNvPr>
          <p:cNvSpPr>
            <a:spLocks xmlns:a="http://schemas.openxmlformats.org/drawingml/2006/main" noGrp="1"/>
          </p:cNvSpPr>
          <p:nvPr/>
        </p:nvSpPr>
        <p:spPr>
          <a:xfrm xmlns:a="http://schemas.openxmlformats.org/drawingml/2006/main">
            <a:off x="8763000" y="4400550"/>
            <a:ext cx="2133600" cy="495300"/>
          </a:xfrm>
          <a:prstGeom xmlns:a="http://schemas.openxmlformats.org/drawingml/2006/main" prst="roundRect">
            <a:avLst>
              <a:gd name="adj" fmla="val 23077"/>
            </a:avLst>
          </a:prstGeom>
          <a:solidFill xmlns:a="http://schemas.openxmlformats.org/drawingml/2006/main">
            <a:srgbClr val="252A31"/>
          </a:solidFill>
          <a:ln xmlns:a="http://schemas.openxmlformats.org/drawingml/2006/main" w="9525">
            <a:solidFill>
              <a:srgbClr val="4A5260"/>
            </a:solidFill>
            <a:prstDash val="solid"/>
          </a:ln>
        </p:spPr>
      </p:sp>
      <p:sp>
        <p:nvSpPr>
          <p:cNvPr id="23" name="">
            <a:extLst xmlns:a="http://schemas.openxmlformats.org/drawingml/2006/main">
              <a:ext uri="{FF2B5EF4-FFF2-40B4-BE49-F238E27FC236}">
                <a16:creationId xmlns:a16="http://schemas.microsoft.com/office/drawing/2014/main" id="{C63F22E6-E16A-4C1B-B25C-5609057F400A}"/>
              </a:ext>
            </a:extLst>
          </p:cNvPr>
          <p:cNvSpPr>
            <a:spLocks xmlns:a="http://schemas.openxmlformats.org/drawingml/2006/main" noGrp="1"/>
          </p:cNvSpPr>
          <p:nvPr/>
        </p:nvSpPr>
        <p:spPr>
          <a:xfrm xmlns:a="http://schemas.openxmlformats.org/drawingml/2006/main">
            <a:off x="8934450" y="45720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5D9DE"/>
                </a:solidFill>
                <a:latin typeface="Menlo"/>
                <a:ea typeface="Menlo"/>
                <a:cs typeface="Menlo"/>
              </a:defRPr>
            </a:pPr>
            <a:r>
              <a:rPr sz="975" b="1" i="0">
                <a:solidFill>
                  <a:srgbClr val="D5D9DE"/>
                </a:solidFill>
                <a:latin typeface="Menlo"/>
                <a:ea typeface="Menlo"/>
                <a:cs typeface="Menlo"/>
              </a:rPr>
              <a:t>BOUGHT SOMETHING ELSE</a:t>
            </a:r>
          </a:p>
        </p:txBody>
      </p:sp>
      <p:sp>
        <p:nvSpPr>
          <p:cNvPr id="24" name="">
            <a:extLst xmlns:a="http://schemas.openxmlformats.org/drawingml/2006/main">
              <a:ext uri="{FF2B5EF4-FFF2-40B4-BE49-F238E27FC236}">
                <a16:creationId xmlns:a16="http://schemas.microsoft.com/office/drawing/2014/main" id="{45AE83F4-CF3C-4FF0-8713-C9654B21F93F}"/>
              </a:ext>
            </a:extLst>
          </p:cNvPr>
          <p:cNvSpPr>
            <a:spLocks xmlns:a="http://schemas.openxmlformats.org/drawingml/2006/main" noGrp="1"/>
          </p:cNvSpPr>
          <p:nvPr/>
        </p:nvSpPr>
        <p:spPr>
          <a:xfrm xmlns:a="http://schemas.openxmlformats.org/drawingml/2006/main">
            <a:off x="762000" y="4305300"/>
            <a:ext cx="4762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i="0">
                <a:solidFill>
                  <a:srgbClr val="FFFFFF"/>
                </a:solidFill>
                <a:latin typeface="Helvetica Neue"/>
                <a:ea typeface="Helvetica Neue"/>
                <a:cs typeface="Helvetica Neue"/>
              </a:defRPr>
            </a:pPr>
            <a:r>
              <a:rPr sz="2400" b="1" i="0">
                <a:solidFill>
                  <a:srgbClr val="FFFFFF"/>
                </a:solidFill>
                <a:latin typeface="Helvetica Neue"/>
                <a:ea typeface="Helvetica Neue"/>
                <a:cs typeface="Helvetica Neue"/>
              </a:rPr>
              <a:t>Operators need the chain, not another log.</a:t>
            </a:r>
          </a:p>
        </p:txBody>
      </p:sp>
    </p:spTree>
    <p:extLst>
      <p:ext uri="{BB962C8B-B14F-4D97-AF65-F5344CB8AC3E}">
        <p14:creationId xmlns:p14="http://schemas.microsoft.com/office/powerpoint/2010/main" val="1352726534"/>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32706B0-7368-4378-8DE9-8F110DA3BCD3}"/>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 FAMILIAR OPERATIONS PATTERN</a:t>
            </a:r>
          </a:p>
        </p:txBody>
      </p:sp>
      <p:sp>
        <p:nvSpPr>
          <p:cNvPr id="2" name="">
            <a:extLst xmlns:a="http://schemas.openxmlformats.org/drawingml/2006/main">
              <a:ext uri="{FF2B5EF4-FFF2-40B4-BE49-F238E27FC236}">
                <a16:creationId xmlns:a16="http://schemas.microsoft.com/office/drawing/2014/main" id="{B84A9F75-03D0-4276-85C1-0FD864EE7B5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operations layer website agents are missing.</a:t>
            </a:r>
          </a:p>
        </p:txBody>
      </p:sp>
      <p:cxnSp>
        <p:nvCxnSpPr>
          <p:cNvPr id="41"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BDC05C8E-A901-4800-9059-59BBD2EAABD6}"/>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94E08696-6379-4C65-9F92-F1B83ADCED7C}"/>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03</a:t>
            </a:r>
          </a:p>
        </p:txBody>
      </p:sp>
      <p:sp>
        <p:nvSpPr>
          <p:cNvPr id="6" name="">
            <a:extLst xmlns:a="http://schemas.openxmlformats.org/drawingml/2006/main">
              <a:ext uri="{FF2B5EF4-FFF2-40B4-BE49-F238E27FC236}">
                <a16:creationId xmlns:a16="http://schemas.microsoft.com/office/drawing/2014/main" id="{1483E785-72BA-448F-8294-E3B85635F473}"/>
              </a:ext>
            </a:extLst>
          </p:cNvPr>
          <p:cNvSpPr>
            <a:spLocks xmlns:a="http://schemas.openxmlformats.org/drawingml/2006/main" noGrp="1"/>
          </p:cNvSpPr>
          <p:nvPr/>
        </p:nvSpPr>
        <p:spPr>
          <a:xfrm xmlns:a="http://schemas.openxmlformats.org/drawingml/2006/main">
            <a:off x="5334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7" name="">
            <a:extLst xmlns:a="http://schemas.openxmlformats.org/drawingml/2006/main">
              <a:ext uri="{FF2B5EF4-FFF2-40B4-BE49-F238E27FC236}">
                <a16:creationId xmlns:a16="http://schemas.microsoft.com/office/drawing/2014/main" id="{E1AAB900-33B8-4470-BB17-193F8972D1CD}"/>
              </a:ext>
            </a:extLst>
          </p:cNvPr>
          <p:cNvSpPr>
            <a:spLocks xmlns:a="http://schemas.openxmlformats.org/drawingml/2006/main" noGrp="1"/>
          </p:cNvSpPr>
          <p:nvPr/>
        </p:nvSpPr>
        <p:spPr>
          <a:xfrm xmlns:a="http://schemas.openxmlformats.org/drawingml/2006/main">
            <a:off x="5334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Fullstory / LogRocket</a:t>
            </a:r>
          </a:p>
        </p:txBody>
      </p:sp>
      <p:sp>
        <p:nvSpPr>
          <p:cNvPr id="8" name="">
            <a:extLst xmlns:a="http://schemas.openxmlformats.org/drawingml/2006/main">
              <a:ext uri="{FF2B5EF4-FFF2-40B4-BE49-F238E27FC236}">
                <a16:creationId xmlns:a16="http://schemas.microsoft.com/office/drawing/2014/main" id="{8F887841-408D-48B1-930A-0A0DF570E05D}"/>
              </a:ext>
            </a:extLst>
          </p:cNvPr>
          <p:cNvSpPr>
            <a:spLocks xmlns:a="http://schemas.openxmlformats.org/drawingml/2006/main" noGrp="1"/>
          </p:cNvSpPr>
          <p:nvPr/>
        </p:nvSpPr>
        <p:spPr>
          <a:xfrm xmlns:a="http://schemas.openxmlformats.org/drawingml/2006/main">
            <a:off x="5334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Reconstruct a journey</a:t>
            </a:r>
          </a:p>
        </p:txBody>
      </p:sp>
      <p:cxnSp>
        <p:nvCxnSpPr>
          <p:cNvPr id="47" name=""/>
          <p:cNvCxnSpPr/>
          <p:nvPr/>
        </p:nvCxnSpPr>
        <p:spPr>
          <a:xfrm xmlns:a="http://schemas.openxmlformats.org/drawingml/2006/main">
            <a:off x="5334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0" name="">
            <a:extLst xmlns:a="http://schemas.openxmlformats.org/drawingml/2006/main">
              <a:ext uri="{FF2B5EF4-FFF2-40B4-BE49-F238E27FC236}">
                <a16:creationId xmlns:a16="http://schemas.microsoft.com/office/drawing/2014/main" id="{E31B202C-F03F-41CA-B2D9-0EFBA648442B}"/>
              </a:ext>
            </a:extLst>
          </p:cNvPr>
          <p:cNvSpPr>
            <a:spLocks xmlns:a="http://schemas.openxmlformats.org/drawingml/2006/main" noGrp="1"/>
          </p:cNvSpPr>
          <p:nvPr/>
        </p:nvSpPr>
        <p:spPr>
          <a:xfrm xmlns:a="http://schemas.openxmlformats.org/drawingml/2006/main">
            <a:off x="424815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RELIABILITY</a:t>
            </a:r>
          </a:p>
        </p:txBody>
      </p:sp>
      <p:sp>
        <p:nvSpPr>
          <p:cNvPr id="11" name="">
            <a:extLst xmlns:a="http://schemas.openxmlformats.org/drawingml/2006/main">
              <a:ext uri="{FF2B5EF4-FFF2-40B4-BE49-F238E27FC236}">
                <a16:creationId xmlns:a16="http://schemas.microsoft.com/office/drawing/2014/main" id="{048F44BB-BE70-456A-B17A-6864D19E8D52}"/>
              </a:ext>
            </a:extLst>
          </p:cNvPr>
          <p:cNvSpPr>
            <a:spLocks xmlns:a="http://schemas.openxmlformats.org/drawingml/2006/main" noGrp="1"/>
          </p:cNvSpPr>
          <p:nvPr/>
        </p:nvSpPr>
        <p:spPr>
          <a:xfrm xmlns:a="http://schemas.openxmlformats.org/drawingml/2006/main">
            <a:off x="424815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Datadog / Sentry</a:t>
            </a:r>
          </a:p>
        </p:txBody>
      </p:sp>
      <p:sp>
        <p:nvSpPr>
          <p:cNvPr id="12" name="">
            <a:extLst xmlns:a="http://schemas.openxmlformats.org/drawingml/2006/main">
              <a:ext uri="{FF2B5EF4-FFF2-40B4-BE49-F238E27FC236}">
                <a16:creationId xmlns:a16="http://schemas.microsoft.com/office/drawing/2014/main" id="{2D63E262-1393-4929-BB8C-4D1CA663DA44}"/>
              </a:ext>
            </a:extLst>
          </p:cNvPr>
          <p:cNvSpPr>
            <a:spLocks xmlns:a="http://schemas.openxmlformats.org/drawingml/2006/main" noGrp="1"/>
          </p:cNvSpPr>
          <p:nvPr/>
        </p:nvSpPr>
        <p:spPr>
          <a:xfrm xmlns:a="http://schemas.openxmlformats.org/drawingml/2006/main">
            <a:off x="424815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Find failures and latency</a:t>
            </a:r>
          </a:p>
        </p:txBody>
      </p:sp>
      <p:cxnSp>
        <p:nvCxnSpPr>
          <p:cNvPr id="51" name=""/>
          <p:cNvCxnSpPr/>
          <p:nvPr/>
        </p:nvCxnSpPr>
        <p:spPr>
          <a:xfrm xmlns:a="http://schemas.openxmlformats.org/drawingml/2006/main">
            <a:off x="424815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4" name="">
            <a:extLst xmlns:a="http://schemas.openxmlformats.org/drawingml/2006/main">
              <a:ext uri="{FF2B5EF4-FFF2-40B4-BE49-F238E27FC236}">
                <a16:creationId xmlns:a16="http://schemas.microsoft.com/office/drawing/2014/main" id="{8804B0A9-9F3D-452E-9BB3-8042A22A1BCD}"/>
              </a:ext>
            </a:extLst>
          </p:cNvPr>
          <p:cNvSpPr>
            <a:spLocks xmlns:a="http://schemas.openxmlformats.org/drawingml/2006/main" noGrp="1"/>
          </p:cNvSpPr>
          <p:nvPr/>
        </p:nvSpPr>
        <p:spPr>
          <a:xfrm xmlns:a="http://schemas.openxmlformats.org/drawingml/2006/main">
            <a:off x="7962900" y="19812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OUTCOMES</a:t>
            </a:r>
          </a:p>
        </p:txBody>
      </p:sp>
      <p:sp>
        <p:nvSpPr>
          <p:cNvPr id="15" name="">
            <a:extLst xmlns:a="http://schemas.openxmlformats.org/drawingml/2006/main">
              <a:ext uri="{FF2B5EF4-FFF2-40B4-BE49-F238E27FC236}">
                <a16:creationId xmlns:a16="http://schemas.microsoft.com/office/drawing/2014/main" id="{84F28179-34FD-47AB-9F6C-D7BF27BEF56C}"/>
              </a:ext>
            </a:extLst>
          </p:cNvPr>
          <p:cNvSpPr>
            <a:spLocks xmlns:a="http://schemas.openxmlformats.org/drawingml/2006/main" noGrp="1"/>
          </p:cNvSpPr>
          <p:nvPr/>
        </p:nvSpPr>
        <p:spPr>
          <a:xfrm xmlns:a="http://schemas.openxmlformats.org/drawingml/2006/main">
            <a:off x="7962900" y="2419350"/>
            <a:ext cx="314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Amplitude</a:t>
            </a:r>
          </a:p>
        </p:txBody>
      </p:sp>
      <p:sp>
        <p:nvSpPr>
          <p:cNvPr id="16" name="">
            <a:extLst xmlns:a="http://schemas.openxmlformats.org/drawingml/2006/main">
              <a:ext uri="{FF2B5EF4-FFF2-40B4-BE49-F238E27FC236}">
                <a16:creationId xmlns:a16="http://schemas.microsoft.com/office/drawing/2014/main" id="{055847C8-BB47-495B-A26F-B2EC1E7E34C2}"/>
              </a:ext>
            </a:extLst>
          </p:cNvPr>
          <p:cNvSpPr>
            <a:spLocks xmlns:a="http://schemas.openxmlformats.org/drawingml/2006/main" noGrp="1"/>
          </p:cNvSpPr>
          <p:nvPr/>
        </p:nvSpPr>
        <p:spPr>
          <a:xfrm xmlns:a="http://schemas.openxmlformats.org/drawingml/2006/main">
            <a:off x="7962900" y="33528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i="0">
                <a:solidFill>
                  <a:srgbClr val="5E666D"/>
                </a:solidFill>
                <a:latin typeface="Helvetica Neue"/>
                <a:ea typeface="Helvetica Neue"/>
                <a:cs typeface="Helvetica Neue"/>
              </a:defRPr>
            </a:pPr>
            <a:r>
              <a:rPr sz="1425" b="0" i="0">
                <a:solidFill>
                  <a:srgbClr val="5E666D"/>
                </a:solidFill>
                <a:latin typeface="Helvetica Neue"/>
                <a:ea typeface="Helvetica Neue"/>
                <a:cs typeface="Helvetica Neue"/>
              </a:rPr>
              <a:t>Connect behavior to results</a:t>
            </a:r>
          </a:p>
        </p:txBody>
      </p:sp>
      <p:cxnSp>
        <p:nvCxnSpPr>
          <p:cNvPr id="55" name=""/>
          <p:cNvCxnSpPr/>
          <p:nvPr/>
        </p:nvCxnSpPr>
        <p:spPr>
          <a:xfrm xmlns:a="http://schemas.openxmlformats.org/drawingml/2006/main">
            <a:off x="7962900" y="4038600"/>
            <a:ext cx="3143250" cy="0"/>
          </a:xfrm>
          <a:prstGeom xmlns:a="http://schemas.openxmlformats.org/drawingml/2006/main" prst="straightConnector1">
            <a:avLst/>
          </a:prstGeom>
          <a:ln xmlns:a="http://schemas.openxmlformats.org/drawingml/2006/main" w="9525">
            <a:solidFill>
              <a:srgbClr val="B9BEC3"/>
            </a:solidFill>
            <a:prstDash val="solid"/>
          </a:ln>
        </p:spPr>
      </p:cxnSp>
      <p:sp>
        <p:nvSpPr>
          <p:cNvPr id="18" name="">
            <a:extLst xmlns:a="http://schemas.openxmlformats.org/drawingml/2006/main">
              <a:ext uri="{FF2B5EF4-FFF2-40B4-BE49-F238E27FC236}">
                <a16:creationId xmlns:a16="http://schemas.microsoft.com/office/drawing/2014/main" id="{E3F5B7C4-BA7A-46FE-A983-9435249157F5}"/>
              </a:ext>
            </a:extLst>
          </p:cNvPr>
          <p:cNvSpPr>
            <a:spLocks xmlns:a="http://schemas.openxmlformats.org/drawingml/2006/main" noGrp="1"/>
          </p:cNvSpPr>
          <p:nvPr/>
        </p:nvSpPr>
        <p:spPr>
          <a:xfrm xmlns:a="http://schemas.openxmlformats.org/drawingml/2006/main">
            <a:off x="533400" y="4552950"/>
            <a:ext cx="11125200" cy="1181100"/>
          </a:xfrm>
          <a:prstGeom xmlns:a="http://schemas.openxmlformats.org/drawingml/2006/main" prst="roundRect">
            <a:avLst>
              <a:gd name="adj" fmla="val 9677"/>
            </a:avLst>
          </a:prstGeom>
          <a:solidFill xmlns:a="http://schemas.openxmlformats.org/drawingml/2006/main">
            <a:srgbClr val="1769F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734064B-B720-45E7-BCD1-D83DB517E863}"/>
              </a:ext>
            </a:extLst>
          </p:cNvPr>
          <p:cNvSpPr>
            <a:spLocks xmlns:a="http://schemas.openxmlformats.org/drawingml/2006/main" noGrp="1"/>
          </p:cNvSpPr>
          <p:nvPr/>
        </p:nvSpPr>
        <p:spPr>
          <a:xfrm xmlns:a="http://schemas.openxmlformats.org/drawingml/2006/main">
            <a:off x="781050" y="4819650"/>
            <a:ext cx="2333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Agent SNR adds</a:t>
            </a:r>
          </a:p>
        </p:txBody>
      </p:sp>
      <p:sp>
        <p:nvSpPr>
          <p:cNvPr id="20" name="">
            <a:extLst xmlns:a="http://schemas.openxmlformats.org/drawingml/2006/main">
              <a:ext uri="{FF2B5EF4-FFF2-40B4-BE49-F238E27FC236}">
                <a16:creationId xmlns:a16="http://schemas.microsoft.com/office/drawing/2014/main" id="{88B0EE3E-95D5-4EC9-8CE5-9D252702298A}"/>
              </a:ext>
            </a:extLst>
          </p:cNvPr>
          <p:cNvSpPr>
            <a:spLocks xmlns:a="http://schemas.openxmlformats.org/drawingml/2006/main" noGrp="1"/>
          </p:cNvSpPr>
          <p:nvPr/>
        </p:nvSpPr>
        <p:spPr>
          <a:xfrm xmlns:a="http://schemas.openxmlformats.org/drawingml/2006/main">
            <a:off x="3181350" y="4800600"/>
            <a:ext cx="8134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074"/>
          </a:bodyPr>
          <a:lstStyle xmlns:a="http://schemas.openxmlformats.org/drawingml/2006/main"/>
          <a:p xmlns:a="http://schemas.openxmlformats.org/drawingml/2006/main">
            <a:pPr algn="l">
              <a:buNone/>
              <a:defRPr sz="1875" b="1" i="0">
                <a:solidFill>
                  <a:srgbClr val="FFFFFF"/>
                </a:solidFill>
                <a:latin typeface="Helvetica Neue"/>
                <a:ea typeface="Helvetica Neue"/>
                <a:cs typeface="Helvetica Neue"/>
              </a:defRPr>
            </a:pPr>
            <a:r>
              <a:rPr sz="1875" b="1" i="0">
                <a:solidFill>
                  <a:srgbClr val="FFFFFF"/>
                </a:solidFill>
                <a:latin typeface="Helvetica Neue"/>
                <a:ea typeface="Helvetica Neue"/>
                <a:cs typeface="Helvetica Neue"/>
              </a:rPr>
              <a:t>WebMCP inventory  ·  human checkpoints  ·  deterministic WooCommerce evidence</a:t>
            </a:r>
          </a:p>
        </p:txBody>
      </p:sp>
      <p:sp>
        <p:nvSpPr>
          <p:cNvPr id="21" name="">
            <a:extLst xmlns:a="http://schemas.openxmlformats.org/drawingml/2006/main">
              <a:ext uri="{FF2B5EF4-FFF2-40B4-BE49-F238E27FC236}">
                <a16:creationId xmlns:a16="http://schemas.microsoft.com/office/drawing/2014/main" id="{F2BE4421-1F00-4A4C-894A-1A7E040B88DA}"/>
              </a:ext>
            </a:extLst>
          </p:cNvPr>
          <p:cNvSpPr>
            <a:spLocks xmlns:a="http://schemas.openxmlformats.org/drawingml/2006/main" noGrp="1"/>
          </p:cNvSpPr>
          <p:nvPr/>
        </p:nvSpPr>
        <p:spPr>
          <a:xfrm xmlns:a="http://schemas.openxmlformats.org/drawingml/2006/main">
            <a:off x="781050" y="5410200"/>
            <a:ext cx="971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WORKFLOW REPLAY IS A REDACTED EVENT TIMELINE—NOT A SCREEN RECORDING.</a:t>
            </a:r>
          </a:p>
        </p:txBody>
      </p:sp>
    </p:spTree>
    <p:extLst>
      <p:ext uri="{BB962C8B-B14F-4D97-AF65-F5344CB8AC3E}">
        <p14:creationId xmlns:p14="http://schemas.microsoft.com/office/powerpoint/2010/main" val="5758017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82565A64-9140-4DC7-9B4C-51B3AA0397E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ARCHITECTURE</a:t>
            </a:r>
          </a:p>
        </p:txBody>
      </p:sp>
      <p:sp>
        <p:nvSpPr>
          <p:cNvPr id="2" name="">
            <a:extLst xmlns:a="http://schemas.openxmlformats.org/drawingml/2006/main">
              <a:ext uri="{FF2B5EF4-FFF2-40B4-BE49-F238E27FC236}">
                <a16:creationId xmlns:a16="http://schemas.microsoft.com/office/drawing/2014/main" id="{8A8CE762-B187-426A-954C-9F9E47CDEB4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3000" b="1" i="0">
                <a:solidFill>
                  <a:srgbClr val="111111"/>
                </a:solidFill>
                <a:latin typeface="Helvetica Neue"/>
                <a:ea typeface="Helvetica Neue"/>
                <a:cs typeface="Helvetica Neue"/>
              </a:defRPr>
            </a:pPr>
            <a:r>
              <a:rPr sz="3000" b="1" i="0">
                <a:solidFill>
                  <a:srgbClr val="111111"/>
                </a:solidFill>
                <a:latin typeface="Helvetica Neue"/>
                <a:ea typeface="Helvetica Neue"/>
                <a:cs typeface="Helvetica Neue"/>
              </a:rPr>
              <a:t>The website authorizes every action—and only credits verified outcomes.</a:t>
            </a:r>
          </a:p>
        </p:txBody>
      </p:sp>
      <p:cxnSp>
        <p:nvCxnSpPr>
          <p:cNvPr id="61"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5DC5D6DC-F787-4367-9FD7-8D4BF6C64679}"/>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69837088-F50D-412A-8FC2-24133B28AC3A}"/>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04</a:t>
            </a:r>
          </a:p>
        </p:txBody>
      </p:sp>
      <p:sp>
        <p:nvSpPr>
          <p:cNvPr id="6" name="">
            <a:extLst xmlns:a="http://schemas.openxmlformats.org/drawingml/2006/main">
              <a:ext uri="{FF2B5EF4-FFF2-40B4-BE49-F238E27FC236}">
                <a16:creationId xmlns:a16="http://schemas.microsoft.com/office/drawing/2014/main" id="{3569F30C-BA6B-4FAA-8C37-FCD389E60EF5}"/>
              </a:ext>
            </a:extLst>
          </p:cNvPr>
          <p:cNvSpPr>
            <a:spLocks xmlns:a="http://schemas.openxmlformats.org/drawingml/2006/main" noGrp="1"/>
          </p:cNvSpPr>
          <p:nvPr/>
        </p:nvSpPr>
        <p:spPr>
          <a:xfrm xmlns:a="http://schemas.openxmlformats.org/drawingml/2006/main">
            <a:off x="5334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UNTRUSTED BROWSER</a:t>
            </a:r>
          </a:p>
        </p:txBody>
      </p:sp>
      <p:sp>
        <p:nvSpPr>
          <p:cNvPr id="7" name="">
            <a:extLst xmlns:a="http://schemas.openxmlformats.org/drawingml/2006/main">
              <a:ext uri="{FF2B5EF4-FFF2-40B4-BE49-F238E27FC236}">
                <a16:creationId xmlns:a16="http://schemas.microsoft.com/office/drawing/2014/main" id="{7668B170-F837-4AD8-8B6C-4563292700E5}"/>
              </a:ext>
            </a:extLst>
          </p:cNvPr>
          <p:cNvSpPr>
            <a:spLocks xmlns:a="http://schemas.openxmlformats.org/drawingml/2006/main" noGrp="1"/>
          </p:cNvSpPr>
          <p:nvPr/>
        </p:nvSpPr>
        <p:spPr>
          <a:xfrm xmlns:a="http://schemas.openxmlformats.org/drawingml/2006/main">
            <a:off x="5067300" y="1524000"/>
            <a:ext cx="426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TRUSTED WORDPRESS</a:t>
            </a:r>
          </a:p>
        </p:txBody>
      </p:sp>
      <p:sp>
        <p:nvSpPr>
          <p:cNvPr id="8" name="">
            <a:extLst xmlns:a="http://schemas.openxmlformats.org/drawingml/2006/main">
              <a:ext uri="{FF2B5EF4-FFF2-40B4-BE49-F238E27FC236}">
                <a16:creationId xmlns:a16="http://schemas.microsoft.com/office/drawing/2014/main" id="{FB941CBC-B741-47B9-BB8F-A80DC470FFF4}"/>
              </a:ext>
            </a:extLst>
          </p:cNvPr>
          <p:cNvSpPr>
            <a:spLocks xmlns:a="http://schemas.openxmlformats.org/drawingml/2006/main" noGrp="1"/>
          </p:cNvSpPr>
          <p:nvPr/>
        </p:nvSpPr>
        <p:spPr>
          <a:xfrm xmlns:a="http://schemas.openxmlformats.org/drawingml/2006/main">
            <a:off x="9601200" y="1524000"/>
            <a:ext cx="2057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VERIFIED COMMERCE</a:t>
            </a:r>
          </a:p>
        </p:txBody>
      </p:sp>
      <p:sp>
        <p:nvSpPr>
          <p:cNvPr id="9" name="">
            <a:extLst xmlns:a="http://schemas.openxmlformats.org/drawingml/2006/main">
              <a:ext uri="{FF2B5EF4-FFF2-40B4-BE49-F238E27FC236}">
                <a16:creationId xmlns:a16="http://schemas.microsoft.com/office/drawing/2014/main" id="{60D24464-C654-4160-8A56-0FE45F297679}"/>
              </a:ext>
            </a:extLst>
          </p:cNvPr>
          <p:cNvSpPr>
            <a:spLocks xmlns:a="http://schemas.openxmlformats.org/drawingml/2006/main" noGrp="1"/>
          </p:cNvSpPr>
          <p:nvPr/>
        </p:nvSpPr>
        <p:spPr>
          <a:xfrm xmlns:a="http://schemas.openxmlformats.org/drawingml/2006/main">
            <a:off x="24574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0" name="">
            <a:extLst xmlns:a="http://schemas.openxmlformats.org/drawingml/2006/main">
              <a:ext uri="{FF2B5EF4-FFF2-40B4-BE49-F238E27FC236}">
                <a16:creationId xmlns:a16="http://schemas.microsoft.com/office/drawing/2014/main" id="{F31C0870-1D09-48CB-940B-266C6D4EA38E}"/>
              </a:ext>
            </a:extLst>
          </p:cNvPr>
          <p:cNvSpPr>
            <a:spLocks xmlns:a="http://schemas.openxmlformats.org/drawingml/2006/main" noGrp="1"/>
          </p:cNvSpPr>
          <p:nvPr/>
        </p:nvSpPr>
        <p:spPr>
          <a:xfrm xmlns:a="http://schemas.openxmlformats.org/drawingml/2006/main">
            <a:off x="47244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1" name="">
            <a:extLst xmlns:a="http://schemas.openxmlformats.org/drawingml/2006/main">
              <a:ext uri="{FF2B5EF4-FFF2-40B4-BE49-F238E27FC236}">
                <a16:creationId xmlns:a16="http://schemas.microsoft.com/office/drawing/2014/main" id="{C72F2A2A-4C0F-43FF-9C7A-506012E1431E}"/>
              </a:ext>
            </a:extLst>
          </p:cNvPr>
          <p:cNvSpPr>
            <a:spLocks xmlns:a="http://schemas.openxmlformats.org/drawingml/2006/main" noGrp="1"/>
          </p:cNvSpPr>
          <p:nvPr/>
        </p:nvSpPr>
        <p:spPr>
          <a:xfrm xmlns:a="http://schemas.openxmlformats.org/drawingml/2006/main">
            <a:off x="699135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sp>
        <p:nvSpPr>
          <p:cNvPr id="12" name="">
            <a:extLst xmlns:a="http://schemas.openxmlformats.org/drawingml/2006/main">
              <a:ext uri="{FF2B5EF4-FFF2-40B4-BE49-F238E27FC236}">
                <a16:creationId xmlns:a16="http://schemas.microsoft.com/office/drawing/2014/main" id="{319B1CB0-39A3-454B-A760-94E9E048C0A3}"/>
              </a:ext>
            </a:extLst>
          </p:cNvPr>
          <p:cNvSpPr>
            <a:spLocks xmlns:a="http://schemas.openxmlformats.org/drawingml/2006/main" noGrp="1"/>
          </p:cNvSpPr>
          <p:nvPr/>
        </p:nvSpPr>
        <p:spPr>
          <a:xfrm xmlns:a="http://schemas.openxmlformats.org/drawingml/2006/main">
            <a:off x="9258300" y="2400300"/>
            <a:ext cx="723900" cy="133350"/>
          </a:xfrm>
          <a:prstGeom xmlns:a="http://schemas.openxmlformats.org/drawingml/2006/main" prst="rightArrow">
            <a:avLst/>
          </a:prstGeom>
          <a:solidFill xmlns:a="http://schemas.openxmlformats.org/drawingml/2006/main">
            <a:srgbClr val="1769FF"/>
          </a:solidFill>
          <a:ln xmlns:a="http://schemas.openxmlformats.org/drawingml/2006/main" w="0">
            <a:solidFill>
              <a:srgbClr val="1769FF"/>
            </a:solidFill>
            <a:prstDash val="solid"/>
          </a:ln>
        </p:spPr>
      </p:sp>
      <p:cxnSp>
        <p:nvCxnSpPr>
          <p:cNvPr id="71" name=""/>
          <p:cNvCxnSpPr/>
          <p:nvPr/>
        </p:nvCxnSpPr>
        <p:spPr>
          <a:xfrm xmlns:a="http://schemas.openxmlformats.org/drawingml/2006/main">
            <a:off x="10553700" y="3086100"/>
            <a:ext cx="0" cy="1028700"/>
          </a:xfrm>
          <a:prstGeom xmlns:a="http://schemas.openxmlformats.org/drawingml/2006/main" prst="straightConnector1">
            <a:avLst/>
          </a:prstGeom>
          <a:ln xmlns:a="http://schemas.openxmlformats.org/drawingml/2006/main" w="28575">
            <a:solidFill>
              <a:srgbClr val="1769FF"/>
            </a:solidFill>
            <a:prstDash val="solid"/>
          </a:ln>
        </p:spPr>
      </p:cxnSp>
      <p:sp>
        <p:nvSpPr>
          <p:cNvPr id="14" name="">
            <a:extLst xmlns:a="http://schemas.openxmlformats.org/drawingml/2006/main">
              <a:ext uri="{FF2B5EF4-FFF2-40B4-BE49-F238E27FC236}">
                <a16:creationId xmlns:a16="http://schemas.microsoft.com/office/drawing/2014/main" id="{A2D89CAD-2044-4AD5-BD60-A9B44791F7C1}"/>
              </a:ext>
            </a:extLst>
          </p:cNvPr>
          <p:cNvSpPr>
            <a:spLocks xmlns:a="http://schemas.openxmlformats.org/drawingml/2006/main" noGrp="1"/>
          </p:cNvSpPr>
          <p:nvPr/>
        </p:nvSpPr>
        <p:spPr>
          <a:xfrm xmlns:a="http://schemas.openxmlformats.org/drawingml/2006/main">
            <a:off x="8343900" y="4657725"/>
            <a:ext cx="4191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5" name="">
            <a:extLst xmlns:a="http://schemas.openxmlformats.org/drawingml/2006/main">
              <a:ext uri="{FF2B5EF4-FFF2-40B4-BE49-F238E27FC236}">
                <a16:creationId xmlns:a16="http://schemas.microsoft.com/office/drawing/2014/main" id="{629B6A85-B83C-45DF-B402-962C19925534}"/>
              </a:ext>
            </a:extLst>
          </p:cNvPr>
          <p:cNvSpPr>
            <a:spLocks xmlns:a="http://schemas.openxmlformats.org/drawingml/2006/main" noGrp="1"/>
          </p:cNvSpPr>
          <p:nvPr/>
        </p:nvSpPr>
        <p:spPr>
          <a:xfrm xmlns:a="http://schemas.openxmlformats.org/drawingml/2006/main">
            <a:off x="5734050" y="4657725"/>
            <a:ext cx="342900" cy="133350"/>
          </a:xfrm>
          <a:prstGeom xmlns:a="http://schemas.openxmlformats.org/drawingml/2006/main" prst="leftArrow">
            <a:avLst/>
          </a:prstGeom>
          <a:solidFill xmlns:a="http://schemas.openxmlformats.org/drawingml/2006/main">
            <a:srgbClr val="1769FF"/>
          </a:solidFill>
          <a:ln xmlns:a="http://schemas.openxmlformats.org/drawingml/2006/main" w="0">
            <a:solidFill>
              <a:srgbClr val="1769FF"/>
            </a:solidFill>
            <a:prstDash val="solid"/>
          </a:ln>
        </p:spPr>
      </p:sp>
      <p:sp>
        <p:nvSpPr>
          <p:cNvPr id="16" name="">
            <a:extLst xmlns:a="http://schemas.openxmlformats.org/drawingml/2006/main">
              <a:ext uri="{FF2B5EF4-FFF2-40B4-BE49-F238E27FC236}">
                <a16:creationId xmlns:a16="http://schemas.microsoft.com/office/drawing/2014/main" id="{46888234-B7C6-48CE-84B0-81348A39AAC0}"/>
              </a:ext>
            </a:extLst>
          </p:cNvPr>
          <p:cNvSpPr>
            <a:spLocks xmlns:a="http://schemas.openxmlformats.org/drawingml/2006/main" noGrp="1"/>
          </p:cNvSpPr>
          <p:nvPr/>
        </p:nvSpPr>
        <p:spPr>
          <a:xfrm xmlns:a="http://schemas.openxmlformats.org/drawingml/2006/main">
            <a:off x="3276600" y="3086100"/>
            <a:ext cx="133350" cy="1314450"/>
          </a:xfrm>
          <a:prstGeom xmlns:a="http://schemas.openxmlformats.org/drawingml/2006/main" prst="upArrow">
            <a:avLst/>
          </a:prstGeom>
          <a:solidFill xmlns:a="http://schemas.openxmlformats.org/drawingml/2006/main">
            <a:srgbClr val="1769FF"/>
          </a:solidFill>
          <a:ln xmlns:a="http://schemas.openxmlformats.org/drawingml/2006/main" w="0">
            <a:solidFill>
              <a:srgbClr val="1769FF"/>
            </a:solidFill>
            <a:prstDash val="solid"/>
          </a:ln>
        </p:spPr>
      </p:sp>
      <p:sp>
        <p:nvSpPr>
          <p:cNvPr id="17" name="">
            <a:extLst xmlns:a="http://schemas.openxmlformats.org/drawingml/2006/main">
              <a:ext uri="{FF2B5EF4-FFF2-40B4-BE49-F238E27FC236}">
                <a16:creationId xmlns:a16="http://schemas.microsoft.com/office/drawing/2014/main" id="{12B34982-1CAE-4495-BE93-2C53B3937BCE}"/>
              </a:ext>
            </a:extLst>
          </p:cNvPr>
          <p:cNvSpPr>
            <a:spLocks xmlns:a="http://schemas.openxmlformats.org/drawingml/2006/main" noGrp="1"/>
          </p:cNvSpPr>
          <p:nvPr/>
        </p:nvSpPr>
        <p:spPr>
          <a:xfrm xmlns:a="http://schemas.openxmlformats.org/drawingml/2006/main">
            <a:off x="5334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18" name="">
            <a:extLst xmlns:a="http://schemas.openxmlformats.org/drawingml/2006/main">
              <a:ext uri="{FF2B5EF4-FFF2-40B4-BE49-F238E27FC236}">
                <a16:creationId xmlns:a16="http://schemas.microsoft.com/office/drawing/2014/main" id="{FEDEB723-EAE4-4FAE-B624-911AE36E4928}"/>
              </a:ext>
            </a:extLst>
          </p:cNvPr>
          <p:cNvSpPr>
            <a:spLocks xmlns:a="http://schemas.openxmlformats.org/drawingml/2006/main" noGrp="1"/>
          </p:cNvSpPr>
          <p:nvPr/>
        </p:nvSpPr>
        <p:spPr>
          <a:xfrm xmlns:a="http://schemas.openxmlformats.org/drawingml/2006/main">
            <a:off x="7048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Browser agent</a:t>
            </a:r>
          </a:p>
        </p:txBody>
      </p:sp>
      <p:sp>
        <p:nvSpPr>
          <p:cNvPr id="19" name="">
            <a:extLst xmlns:a="http://schemas.openxmlformats.org/drawingml/2006/main">
              <a:ext uri="{FF2B5EF4-FFF2-40B4-BE49-F238E27FC236}">
                <a16:creationId xmlns:a16="http://schemas.microsoft.com/office/drawing/2014/main" id="{20A02EFC-544B-4156-A466-8B07480AD350}"/>
              </a:ext>
            </a:extLst>
          </p:cNvPr>
          <p:cNvSpPr>
            <a:spLocks xmlns:a="http://schemas.openxmlformats.org/drawingml/2006/main" noGrp="1"/>
          </p:cNvSpPr>
          <p:nvPr/>
        </p:nvSpPr>
        <p:spPr>
          <a:xfrm xmlns:a="http://schemas.openxmlformats.org/drawingml/2006/main">
            <a:off x="7048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44"/>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Human sees the same result</a:t>
            </a:r>
          </a:p>
        </p:txBody>
      </p:sp>
      <p:sp>
        <p:nvSpPr>
          <p:cNvPr id="20" name="">
            <a:extLst xmlns:a="http://schemas.openxmlformats.org/drawingml/2006/main">
              <a:ext uri="{FF2B5EF4-FFF2-40B4-BE49-F238E27FC236}">
                <a16:creationId xmlns:a16="http://schemas.microsoft.com/office/drawing/2014/main" id="{A89A8282-95ED-4530-A9D3-B5686DC45BBF}"/>
              </a:ext>
            </a:extLst>
          </p:cNvPr>
          <p:cNvSpPr>
            <a:spLocks xmlns:a="http://schemas.openxmlformats.org/drawingml/2006/main" noGrp="1"/>
          </p:cNvSpPr>
          <p:nvPr/>
        </p:nvSpPr>
        <p:spPr>
          <a:xfrm xmlns:a="http://schemas.openxmlformats.org/drawingml/2006/main">
            <a:off x="28003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1" name="">
            <a:extLst xmlns:a="http://schemas.openxmlformats.org/drawingml/2006/main">
              <a:ext uri="{FF2B5EF4-FFF2-40B4-BE49-F238E27FC236}">
                <a16:creationId xmlns:a16="http://schemas.microsoft.com/office/drawing/2014/main" id="{A67A4ABB-4C0F-43CD-94F2-4201D11CF357}"/>
              </a:ext>
            </a:extLst>
          </p:cNvPr>
          <p:cNvSpPr>
            <a:spLocks xmlns:a="http://schemas.openxmlformats.org/drawingml/2006/main" noGrp="1"/>
          </p:cNvSpPr>
          <p:nvPr/>
        </p:nvSpPr>
        <p:spPr>
          <a:xfrm xmlns:a="http://schemas.openxmlformats.org/drawingml/2006/main">
            <a:off x="29718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WebMCP runtime</a:t>
            </a:r>
          </a:p>
        </p:txBody>
      </p:sp>
      <p:sp>
        <p:nvSpPr>
          <p:cNvPr id="22" name="">
            <a:extLst xmlns:a="http://schemas.openxmlformats.org/drawingml/2006/main">
              <a:ext uri="{FF2B5EF4-FFF2-40B4-BE49-F238E27FC236}">
                <a16:creationId xmlns:a16="http://schemas.microsoft.com/office/drawing/2014/main" id="{85C39A26-8F9B-45E9-9A0E-1FE526CB2824}"/>
              </a:ext>
            </a:extLst>
          </p:cNvPr>
          <p:cNvSpPr>
            <a:spLocks xmlns:a="http://schemas.openxmlformats.org/drawingml/2006/main" noGrp="1"/>
          </p:cNvSpPr>
          <p:nvPr/>
        </p:nvSpPr>
        <p:spPr>
          <a:xfrm xmlns:a="http://schemas.openxmlformats.org/drawingml/2006/main">
            <a:off x="29718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6"/>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Policy-filtered manifest</a:t>
            </a:r>
          </a:p>
        </p:txBody>
      </p:sp>
      <p:sp>
        <p:nvSpPr>
          <p:cNvPr id="23" name="">
            <a:extLst xmlns:a="http://schemas.openxmlformats.org/drawingml/2006/main">
              <a:ext uri="{FF2B5EF4-FFF2-40B4-BE49-F238E27FC236}">
                <a16:creationId xmlns:a16="http://schemas.microsoft.com/office/drawing/2014/main" id="{E509F39D-ABA2-4B1D-8FD7-B52B4E79978C}"/>
              </a:ext>
            </a:extLst>
          </p:cNvPr>
          <p:cNvSpPr>
            <a:spLocks xmlns:a="http://schemas.openxmlformats.org/drawingml/2006/main" noGrp="1"/>
          </p:cNvSpPr>
          <p:nvPr/>
        </p:nvSpPr>
        <p:spPr>
          <a:xfrm xmlns:a="http://schemas.openxmlformats.org/drawingml/2006/main">
            <a:off x="506730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4" name="">
            <a:extLst xmlns:a="http://schemas.openxmlformats.org/drawingml/2006/main">
              <a:ext uri="{FF2B5EF4-FFF2-40B4-BE49-F238E27FC236}">
                <a16:creationId xmlns:a16="http://schemas.microsoft.com/office/drawing/2014/main" id="{98417FCD-3B5C-4823-B6F3-95BF0A54078A}"/>
              </a:ext>
            </a:extLst>
          </p:cNvPr>
          <p:cNvSpPr>
            <a:spLocks xmlns:a="http://schemas.openxmlformats.org/drawingml/2006/main" noGrp="1"/>
          </p:cNvSpPr>
          <p:nvPr/>
        </p:nvSpPr>
        <p:spPr>
          <a:xfrm xmlns:a="http://schemas.openxmlformats.org/drawingml/2006/main">
            <a:off x="523875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47"/>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Execution gateway</a:t>
            </a:r>
          </a:p>
        </p:txBody>
      </p:sp>
      <p:sp>
        <p:nvSpPr>
          <p:cNvPr id="25" name="">
            <a:extLst xmlns:a="http://schemas.openxmlformats.org/drawingml/2006/main">
              <a:ext uri="{FF2B5EF4-FFF2-40B4-BE49-F238E27FC236}">
                <a16:creationId xmlns:a16="http://schemas.microsoft.com/office/drawing/2014/main" id="{15C15B40-EE30-48E9-BE3B-B3660F2C5194}"/>
              </a:ext>
            </a:extLst>
          </p:cNvPr>
          <p:cNvSpPr>
            <a:spLocks xmlns:a="http://schemas.openxmlformats.org/drawingml/2006/main" noGrp="1"/>
          </p:cNvSpPr>
          <p:nvPr/>
        </p:nvSpPr>
        <p:spPr>
          <a:xfrm xmlns:a="http://schemas.openxmlformats.org/drawingml/2006/main">
            <a:off x="523875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881"/>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Origin · session · CSRF</a:t>
            </a:r>
          </a:p>
        </p:txBody>
      </p:sp>
      <p:sp>
        <p:nvSpPr>
          <p:cNvPr id="26" name="">
            <a:extLst xmlns:a="http://schemas.openxmlformats.org/drawingml/2006/main">
              <a:ext uri="{FF2B5EF4-FFF2-40B4-BE49-F238E27FC236}">
                <a16:creationId xmlns:a16="http://schemas.microsoft.com/office/drawing/2014/main" id="{78631617-03C1-472B-9BFD-FB258FC35078}"/>
              </a:ext>
            </a:extLst>
          </p:cNvPr>
          <p:cNvSpPr>
            <a:spLocks xmlns:a="http://schemas.openxmlformats.org/drawingml/2006/main" noGrp="1"/>
          </p:cNvSpPr>
          <p:nvPr/>
        </p:nvSpPr>
        <p:spPr>
          <a:xfrm xmlns:a="http://schemas.openxmlformats.org/drawingml/2006/main">
            <a:off x="7334250" y="2057400"/>
            <a:ext cx="2000250" cy="1028700"/>
          </a:xfrm>
          <a:prstGeom xmlns:a="http://schemas.openxmlformats.org/drawingml/2006/main" prst="roundRect">
            <a:avLst>
              <a:gd name="adj" fmla="val 11111"/>
            </a:avLst>
          </a:prstGeom>
          <a:solidFill xmlns:a="http://schemas.openxmlformats.org/drawingml/2006/main">
            <a:srgbClr val="F7F7F3"/>
          </a:solidFill>
          <a:ln xmlns:a="http://schemas.openxmlformats.org/drawingml/2006/main" w="9525">
            <a:solidFill>
              <a:srgbClr val="B9BEC3"/>
            </a:solidFill>
            <a:prstDash val="solid"/>
          </a:ln>
        </p:spPr>
      </p:sp>
      <p:sp>
        <p:nvSpPr>
          <p:cNvPr id="27" name="">
            <a:extLst xmlns:a="http://schemas.openxmlformats.org/drawingml/2006/main">
              <a:ext uri="{FF2B5EF4-FFF2-40B4-BE49-F238E27FC236}">
                <a16:creationId xmlns:a16="http://schemas.microsoft.com/office/drawing/2014/main" id="{FB4F0BB5-0812-45E7-A851-31C9D0959BDF}"/>
              </a:ext>
            </a:extLst>
          </p:cNvPr>
          <p:cNvSpPr>
            <a:spLocks xmlns:a="http://schemas.openxmlformats.org/drawingml/2006/main" noGrp="1"/>
          </p:cNvSpPr>
          <p:nvPr/>
        </p:nvSpPr>
        <p:spPr>
          <a:xfrm xmlns:a="http://schemas.openxmlformats.org/drawingml/2006/main">
            <a:off x="7505700" y="2266950"/>
            <a:ext cx="1657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111111"/>
                </a:solidFill>
                <a:latin typeface="Helvetica Neue"/>
                <a:ea typeface="Helvetica Neue"/>
                <a:cs typeface="Helvetica Neue"/>
              </a:defRPr>
            </a:pPr>
            <a:r>
              <a:rPr sz="1500" b="1" i="0">
                <a:solidFill>
                  <a:srgbClr val="111111"/>
                </a:solidFill>
                <a:latin typeface="Helvetica Neue"/>
                <a:ea typeface="Helvetica Neue"/>
                <a:cs typeface="Helvetica Neue"/>
              </a:rPr>
              <a:t>WP Abilities</a:t>
            </a:r>
          </a:p>
        </p:txBody>
      </p:sp>
      <p:sp>
        <p:nvSpPr>
          <p:cNvPr id="28" name="">
            <a:extLst xmlns:a="http://schemas.openxmlformats.org/drawingml/2006/main">
              <a:ext uri="{FF2B5EF4-FFF2-40B4-BE49-F238E27FC236}">
                <a16:creationId xmlns:a16="http://schemas.microsoft.com/office/drawing/2014/main" id="{002963F9-0EA7-489D-9D5F-B680C341D6C2}"/>
              </a:ext>
            </a:extLst>
          </p:cNvPr>
          <p:cNvSpPr>
            <a:spLocks xmlns:a="http://schemas.openxmlformats.org/drawingml/2006/main" noGrp="1"/>
          </p:cNvSpPr>
          <p:nvPr/>
        </p:nvSpPr>
        <p:spPr>
          <a:xfrm xmlns:a="http://schemas.openxmlformats.org/drawingml/2006/main">
            <a:off x="7505700" y="26479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744"/>
          </a:bodyPr>
          <a:lstStyle xmlns:a="http://schemas.openxmlformats.org/drawingml/2006/main"/>
          <a:p xmlns:a="http://schemas.openxmlformats.org/drawingml/2006/main">
            <a:pPr algn="l">
              <a:buNone/>
              <a:defRPr sz="975" b="0" i="0">
                <a:solidFill>
                  <a:srgbClr val="5E666D"/>
                </a:solidFill>
                <a:latin typeface="Menlo"/>
                <a:ea typeface="Menlo"/>
                <a:cs typeface="Menlo"/>
              </a:defRPr>
            </a:pPr>
            <a:r>
              <a:rPr sz="975" b="0" i="0">
                <a:solidFill>
                  <a:srgbClr val="5E666D"/>
                </a:solidFill>
                <a:latin typeface="Menlo"/>
                <a:ea typeface="Menlo"/>
                <a:cs typeface="Menlo"/>
              </a:rPr>
              <a:t>Schema · policy · rate limit</a:t>
            </a:r>
          </a:p>
        </p:txBody>
      </p:sp>
      <p:sp>
        <p:nvSpPr>
          <p:cNvPr id="29" name="">
            <a:extLst xmlns:a="http://schemas.openxmlformats.org/drawingml/2006/main">
              <a:ext uri="{FF2B5EF4-FFF2-40B4-BE49-F238E27FC236}">
                <a16:creationId xmlns:a16="http://schemas.microsoft.com/office/drawing/2014/main" id="{EA09134B-BE15-453A-A9A9-4BEB6D1B10DC}"/>
              </a:ext>
            </a:extLst>
          </p:cNvPr>
          <p:cNvSpPr>
            <a:spLocks xmlns:a="http://schemas.openxmlformats.org/drawingml/2006/main" noGrp="1"/>
          </p:cNvSpPr>
          <p:nvPr/>
        </p:nvSpPr>
        <p:spPr>
          <a:xfrm xmlns:a="http://schemas.openxmlformats.org/drawingml/2006/main">
            <a:off x="9601200" y="2057400"/>
            <a:ext cx="2057400" cy="1028700"/>
          </a:xfrm>
          <a:prstGeom xmlns:a="http://schemas.openxmlformats.org/drawingml/2006/main" prst="roundRect">
            <a:avLst>
              <a:gd name="adj" fmla="val 11111"/>
            </a:avLst>
          </a:prstGeom>
          <a:solidFill xmlns:a="http://schemas.openxmlformats.org/drawingml/2006/main">
            <a:srgbClr val="1769FF"/>
          </a:solidFill>
          <a:ln xmlns:a="http://schemas.openxmlformats.org/drawingml/2006/main" w="9525">
            <a:solidFill>
              <a:srgbClr val="1769FF"/>
            </a:solidFill>
            <a:prstDash val="solid"/>
          </a:ln>
        </p:spPr>
      </p:sp>
      <p:sp>
        <p:nvSpPr>
          <p:cNvPr id="30" name="">
            <a:extLst xmlns:a="http://schemas.openxmlformats.org/drawingml/2006/main">
              <a:ext uri="{FF2B5EF4-FFF2-40B4-BE49-F238E27FC236}">
                <a16:creationId xmlns:a16="http://schemas.microsoft.com/office/drawing/2014/main" id="{708CD624-786D-43DC-9CE3-DE2E28D95E5D}"/>
              </a:ext>
            </a:extLst>
          </p:cNvPr>
          <p:cNvSpPr>
            <a:spLocks xmlns:a="http://schemas.openxmlformats.org/drawingml/2006/main" noGrp="1"/>
          </p:cNvSpPr>
          <p:nvPr/>
        </p:nvSpPr>
        <p:spPr>
          <a:xfrm xmlns:a="http://schemas.openxmlformats.org/drawingml/2006/main">
            <a:off x="9772650" y="2266950"/>
            <a:ext cx="171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WooCommerce</a:t>
            </a:r>
          </a:p>
        </p:txBody>
      </p:sp>
      <p:sp>
        <p:nvSpPr>
          <p:cNvPr id="31" name="">
            <a:extLst xmlns:a="http://schemas.openxmlformats.org/drawingml/2006/main">
              <a:ext uri="{FF2B5EF4-FFF2-40B4-BE49-F238E27FC236}">
                <a16:creationId xmlns:a16="http://schemas.microsoft.com/office/drawing/2014/main" id="{D3CB26DE-64A7-4066-8E27-BC60BAAFA81E}"/>
              </a:ext>
            </a:extLst>
          </p:cNvPr>
          <p:cNvSpPr>
            <a:spLocks xmlns:a="http://schemas.openxmlformats.org/drawingml/2006/main" noGrp="1"/>
          </p:cNvSpPr>
          <p:nvPr/>
        </p:nvSpPr>
        <p:spPr>
          <a:xfrm xmlns:a="http://schemas.openxmlformats.org/drawingml/2006/main">
            <a:off x="9772650" y="26479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0" i="0">
                <a:solidFill>
                  <a:srgbClr val="DCE8FF"/>
                </a:solidFill>
                <a:latin typeface="Menlo"/>
                <a:ea typeface="Menlo"/>
                <a:cs typeface="Menlo"/>
              </a:defRPr>
            </a:pPr>
            <a:r>
              <a:rPr sz="975" b="0" i="0">
                <a:solidFill>
                  <a:srgbClr val="DCE8FF"/>
                </a:solidFill>
                <a:latin typeface="Menlo"/>
                <a:ea typeface="Menlo"/>
                <a:cs typeface="Menlo"/>
              </a:rPr>
              <a:t>Catalog · cart · order</a:t>
            </a:r>
          </a:p>
        </p:txBody>
      </p:sp>
      <p:sp>
        <p:nvSpPr>
          <p:cNvPr id="32" name="">
            <a:extLst xmlns:a="http://schemas.openxmlformats.org/drawingml/2006/main">
              <a:ext uri="{FF2B5EF4-FFF2-40B4-BE49-F238E27FC236}">
                <a16:creationId xmlns:a16="http://schemas.microsoft.com/office/drawing/2014/main" id="{32F6AEAD-AF3F-44A6-966E-DD0435CAAB8B}"/>
              </a:ext>
            </a:extLst>
          </p:cNvPr>
          <p:cNvSpPr>
            <a:spLocks xmlns:a="http://schemas.openxmlformats.org/drawingml/2006/main" noGrp="1"/>
          </p:cNvSpPr>
          <p:nvPr/>
        </p:nvSpPr>
        <p:spPr>
          <a:xfrm xmlns:a="http://schemas.openxmlformats.org/drawingml/2006/main">
            <a:off x="8629650" y="3695700"/>
            <a:ext cx="3028950" cy="800100"/>
          </a:xfrm>
          <a:prstGeom xmlns:a="http://schemas.openxmlformats.org/drawingml/2006/main" prst="roundRect">
            <a:avLst>
              <a:gd name="adj" fmla="val 14286"/>
            </a:avLst>
          </a:prstGeom>
          <a:solidFill xmlns:a="http://schemas.openxmlformats.org/drawingml/2006/main">
            <a:srgbClr val="111111"/>
          </a:solidFill>
          <a:ln xmlns:a="http://schemas.openxmlformats.org/drawingml/2006/main" w="9525">
            <a:solidFill>
              <a:srgbClr val="111111"/>
            </a:solidFill>
            <a:prstDash val="solid"/>
          </a:ln>
        </p:spPr>
      </p:sp>
      <p:sp>
        <p:nvSpPr>
          <p:cNvPr id="33" name="">
            <a:extLst xmlns:a="http://schemas.openxmlformats.org/drawingml/2006/main">
              <a:ext uri="{FF2B5EF4-FFF2-40B4-BE49-F238E27FC236}">
                <a16:creationId xmlns:a16="http://schemas.microsoft.com/office/drawing/2014/main" id="{7DC79492-9ED5-438C-ACEF-17126BCE2AF2}"/>
              </a:ext>
            </a:extLst>
          </p:cNvPr>
          <p:cNvSpPr>
            <a:spLocks xmlns:a="http://schemas.openxmlformats.org/drawingml/2006/main" noGrp="1"/>
          </p:cNvSpPr>
          <p:nvPr/>
        </p:nvSpPr>
        <p:spPr>
          <a:xfrm xmlns:a="http://schemas.openxmlformats.org/drawingml/2006/main">
            <a:off x="8858250" y="38862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 CHECKPOINT</a:t>
            </a:r>
          </a:p>
        </p:txBody>
      </p:sp>
      <p:sp>
        <p:nvSpPr>
          <p:cNvPr id="34" name="">
            <a:extLst xmlns:a="http://schemas.openxmlformats.org/drawingml/2006/main">
              <a:ext uri="{FF2B5EF4-FFF2-40B4-BE49-F238E27FC236}">
                <a16:creationId xmlns:a16="http://schemas.microsoft.com/office/drawing/2014/main" id="{A11034C1-36FF-49AB-B5C7-9A75D49BD355}"/>
              </a:ext>
            </a:extLst>
          </p:cNvPr>
          <p:cNvSpPr>
            <a:spLocks xmlns:a="http://schemas.openxmlformats.org/drawingml/2006/main" noGrp="1"/>
          </p:cNvSpPr>
          <p:nvPr/>
        </p:nvSpPr>
        <p:spPr>
          <a:xfrm xmlns:a="http://schemas.openxmlformats.org/drawingml/2006/main">
            <a:off x="8858250" y="4152900"/>
            <a:ext cx="255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i="0">
                <a:solidFill>
                  <a:srgbClr val="FFFFFF"/>
                </a:solidFill>
                <a:latin typeface="Helvetica Neue"/>
                <a:ea typeface="Helvetica Neue"/>
                <a:cs typeface="Helvetica Neue"/>
              </a:defRPr>
            </a:pPr>
            <a:r>
              <a:rPr sz="1275" b="1" i="0">
                <a:solidFill>
                  <a:srgbClr val="FFFFFF"/>
                </a:solidFill>
                <a:latin typeface="Helvetica Neue"/>
                <a:ea typeface="Helvetica Neue"/>
                <a:cs typeface="Helvetica Neue"/>
              </a:rPr>
              <a:t>Review · accept · place order</a:t>
            </a:r>
          </a:p>
        </p:txBody>
      </p:sp>
      <p:sp>
        <p:nvSpPr>
          <p:cNvPr id="35" name="">
            <a:extLst xmlns:a="http://schemas.openxmlformats.org/drawingml/2006/main">
              <a:ext uri="{FF2B5EF4-FFF2-40B4-BE49-F238E27FC236}">
                <a16:creationId xmlns:a16="http://schemas.microsoft.com/office/drawing/2014/main" id="{91F225FC-1F2A-45F5-A446-725722CBDFA8}"/>
              </a:ext>
            </a:extLst>
          </p:cNvPr>
          <p:cNvSpPr>
            <a:spLocks xmlns:a="http://schemas.openxmlformats.org/drawingml/2006/main" noGrp="1"/>
          </p:cNvSpPr>
          <p:nvPr/>
        </p:nvSpPr>
        <p:spPr>
          <a:xfrm xmlns:a="http://schemas.openxmlformats.org/drawingml/2006/main">
            <a:off x="5924550" y="4324350"/>
            <a:ext cx="2419350" cy="781050"/>
          </a:xfrm>
          <a:prstGeom xmlns:a="http://schemas.openxmlformats.org/drawingml/2006/main" prst="roundRect">
            <a:avLst>
              <a:gd name="adj" fmla="val 14634"/>
            </a:avLst>
          </a:prstGeom>
          <a:solidFill xmlns:a="http://schemas.openxmlformats.org/drawingml/2006/main">
            <a:srgbClr val="DCE8FF"/>
          </a:solidFill>
          <a:ln xmlns:a="http://schemas.openxmlformats.org/drawingml/2006/main" w="9525">
            <a:solidFill>
              <a:srgbClr val="1769FF"/>
            </a:solidFill>
            <a:prstDash val="solid"/>
          </a:ln>
        </p:spPr>
      </p:sp>
      <p:sp>
        <p:nvSpPr>
          <p:cNvPr id="36" name="">
            <a:extLst xmlns:a="http://schemas.openxmlformats.org/drawingml/2006/main">
              <a:ext uri="{FF2B5EF4-FFF2-40B4-BE49-F238E27FC236}">
                <a16:creationId xmlns:a16="http://schemas.microsoft.com/office/drawing/2014/main" id="{DB557354-2A51-477C-B482-2FB6425AF483}"/>
              </a:ext>
            </a:extLst>
          </p:cNvPr>
          <p:cNvSpPr>
            <a:spLocks xmlns:a="http://schemas.openxmlformats.org/drawingml/2006/main" noGrp="1"/>
          </p:cNvSpPr>
          <p:nvPr/>
        </p:nvSpPr>
        <p:spPr>
          <a:xfrm xmlns:a="http://schemas.openxmlformats.org/drawingml/2006/main">
            <a:off x="6115050" y="453390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936"/>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Redacted evidence ledger</a:t>
            </a:r>
          </a:p>
        </p:txBody>
      </p:sp>
      <p:sp>
        <p:nvSpPr>
          <p:cNvPr id="37" name="">
            <a:extLst xmlns:a="http://schemas.openxmlformats.org/drawingml/2006/main">
              <a:ext uri="{FF2B5EF4-FFF2-40B4-BE49-F238E27FC236}">
                <a16:creationId xmlns:a16="http://schemas.microsoft.com/office/drawing/2014/main" id="{9A7C8A8E-A621-4861-A0A5-C33351EFB7E4}"/>
              </a:ext>
            </a:extLst>
          </p:cNvPr>
          <p:cNvSpPr>
            <a:spLocks xmlns:a="http://schemas.openxmlformats.org/drawingml/2006/main" noGrp="1"/>
          </p:cNvSpPr>
          <p:nvPr/>
        </p:nvSpPr>
        <p:spPr>
          <a:xfrm xmlns:a="http://schemas.openxmlformats.org/drawingml/2006/main">
            <a:off x="6115050" y="48291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EVENTS · LINKS · GAPS</a:t>
            </a:r>
          </a:p>
        </p:txBody>
      </p:sp>
      <p:sp>
        <p:nvSpPr>
          <p:cNvPr id="38" name="">
            <a:extLst xmlns:a="http://schemas.openxmlformats.org/drawingml/2006/main">
              <a:ext uri="{FF2B5EF4-FFF2-40B4-BE49-F238E27FC236}">
                <a16:creationId xmlns:a16="http://schemas.microsoft.com/office/drawing/2014/main" id="{78D65CC4-886C-419A-B6DF-4E77C9E854E9}"/>
              </a:ext>
            </a:extLst>
          </p:cNvPr>
          <p:cNvSpPr>
            <a:spLocks xmlns:a="http://schemas.openxmlformats.org/drawingml/2006/main" noGrp="1"/>
          </p:cNvSpPr>
          <p:nvPr/>
        </p:nvSpPr>
        <p:spPr>
          <a:xfrm xmlns:a="http://schemas.openxmlformats.org/drawingml/2006/main">
            <a:off x="3200400" y="4324350"/>
            <a:ext cx="2533650" cy="781050"/>
          </a:xfrm>
          <a:prstGeom xmlns:a="http://schemas.openxmlformats.org/drawingml/2006/main" prst="roundRect">
            <a:avLst>
              <a:gd name="adj" fmla="val 14634"/>
            </a:avLst>
          </a:prstGeom>
          <a:solidFill xmlns:a="http://schemas.openxmlformats.org/drawingml/2006/main">
            <a:srgbClr val="F7F7F3"/>
          </a:solidFill>
          <a:ln xmlns:a="http://schemas.openxmlformats.org/drawingml/2006/main" w="9525">
            <a:solidFill>
              <a:srgbClr val="B9BEC3"/>
            </a:solidFill>
            <a:prstDash val="solid"/>
          </a:ln>
        </p:spPr>
      </p:sp>
      <p:sp>
        <p:nvSpPr>
          <p:cNvPr id="39" name="">
            <a:extLst xmlns:a="http://schemas.openxmlformats.org/drawingml/2006/main">
              <a:ext uri="{FF2B5EF4-FFF2-40B4-BE49-F238E27FC236}">
                <a16:creationId xmlns:a16="http://schemas.microsoft.com/office/drawing/2014/main" id="{6DB5864B-0A8D-4516-A5DA-1EC39233FA12}"/>
              </a:ext>
            </a:extLst>
          </p:cNvPr>
          <p:cNvSpPr>
            <a:spLocks xmlns:a="http://schemas.openxmlformats.org/drawingml/2006/main" noGrp="1"/>
          </p:cNvSpPr>
          <p:nvPr/>
        </p:nvSpPr>
        <p:spPr>
          <a:xfrm xmlns:a="http://schemas.openxmlformats.org/drawingml/2006/main">
            <a:off x="3390900" y="4533900"/>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350" b="1" i="0">
                <a:solidFill>
                  <a:srgbClr val="111111"/>
                </a:solidFill>
                <a:latin typeface="Helvetica Neue"/>
                <a:ea typeface="Helvetica Neue"/>
                <a:cs typeface="Helvetica Neue"/>
              </a:defRPr>
            </a:pPr>
            <a:r>
              <a:rPr sz="1350" b="1" i="0">
                <a:solidFill>
                  <a:srgbClr val="111111"/>
                </a:solidFill>
                <a:latin typeface="Helvetica Neue"/>
                <a:ea typeface="Helvetica Neue"/>
                <a:cs typeface="Helvetica Neue"/>
              </a:rPr>
              <a:t>Agent SNR monitor</a:t>
            </a:r>
          </a:p>
        </p:txBody>
      </p:sp>
      <p:sp>
        <p:nvSpPr>
          <p:cNvPr id="40" name="">
            <a:extLst xmlns:a="http://schemas.openxmlformats.org/drawingml/2006/main">
              <a:ext uri="{FF2B5EF4-FFF2-40B4-BE49-F238E27FC236}">
                <a16:creationId xmlns:a16="http://schemas.microsoft.com/office/drawing/2014/main" id="{BF5FE86C-806E-40A8-974E-ECF3FEAA3795}"/>
              </a:ext>
            </a:extLst>
          </p:cNvPr>
          <p:cNvSpPr>
            <a:spLocks xmlns:a="http://schemas.openxmlformats.org/drawingml/2006/main" noGrp="1"/>
          </p:cNvSpPr>
          <p:nvPr/>
        </p:nvSpPr>
        <p:spPr>
          <a:xfrm xmlns:a="http://schemas.openxmlformats.org/drawingml/2006/main">
            <a:off x="3390900" y="4829175"/>
            <a:ext cx="2152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REPLAY · HEALTH · NET</a:t>
            </a:r>
          </a:p>
        </p:txBody>
      </p:sp>
      <p:sp>
        <p:nvSpPr>
          <p:cNvPr id="41" name="">
            <a:extLst xmlns:a="http://schemas.openxmlformats.org/drawingml/2006/main">
              <a:ext uri="{FF2B5EF4-FFF2-40B4-BE49-F238E27FC236}">
                <a16:creationId xmlns:a16="http://schemas.microsoft.com/office/drawing/2014/main" id="{CE6DE820-4F58-40F3-B5AE-D83E8DCF04C7}"/>
              </a:ext>
            </a:extLst>
          </p:cNvPr>
          <p:cNvSpPr>
            <a:spLocks xmlns:a="http://schemas.openxmlformats.org/drawingml/2006/main" noGrp="1"/>
          </p:cNvSpPr>
          <p:nvPr/>
        </p:nvSpPr>
        <p:spPr>
          <a:xfrm xmlns:a="http://schemas.openxmlformats.org/drawingml/2006/main">
            <a:off x="533400" y="5467350"/>
            <a:ext cx="11125200" cy="590550"/>
          </a:xfrm>
          <a:prstGeom xmlns:a="http://schemas.openxmlformats.org/drawingml/2006/main" prst="roundRect">
            <a:avLst>
              <a:gd name="adj" fmla="val 19355"/>
            </a:avLst>
          </a:prstGeom>
          <a:solidFill xmlns:a="http://schemas.openxmlformats.org/drawingml/2006/main">
            <a:srgbClr val="111111"/>
          </a:solidFill>
          <a:ln xmlns:a="http://schemas.openxmlformats.org/drawingml/2006/main" w="0">
            <a:noFill/>
            <a:prstDash val="solid"/>
          </a:ln>
        </p:spPr>
      </p:sp>
      <p:sp>
        <p:nvSpPr>
          <p:cNvPr id="42" name="">
            <a:extLst xmlns:a="http://schemas.openxmlformats.org/drawingml/2006/main">
              <a:ext uri="{FF2B5EF4-FFF2-40B4-BE49-F238E27FC236}">
                <a16:creationId xmlns:a16="http://schemas.microsoft.com/office/drawing/2014/main" id="{CE818C3B-C04E-425D-B5F5-25F7183E825E}"/>
              </a:ext>
            </a:extLst>
          </p:cNvPr>
          <p:cNvSpPr>
            <a:spLocks xmlns:a="http://schemas.openxmlformats.org/drawingml/2006/main" noGrp="1"/>
          </p:cNvSpPr>
          <p:nvPr/>
        </p:nvSpPr>
        <p:spPr>
          <a:xfrm xmlns:a="http://schemas.openxmlformats.org/drawingml/2006/main">
            <a:off x="762000" y="5676900"/>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STORED</a:t>
            </a:r>
          </a:p>
        </p:txBody>
      </p:sp>
      <p:sp>
        <p:nvSpPr>
          <p:cNvPr id="43" name="">
            <a:extLst xmlns:a="http://schemas.openxmlformats.org/drawingml/2006/main">
              <a:ext uri="{FF2B5EF4-FFF2-40B4-BE49-F238E27FC236}">
                <a16:creationId xmlns:a16="http://schemas.microsoft.com/office/drawing/2014/main" id="{3122BDA0-D885-44A8-8197-BB1487428778}"/>
              </a:ext>
            </a:extLst>
          </p:cNvPr>
          <p:cNvSpPr>
            <a:spLocks xmlns:a="http://schemas.openxmlformats.org/drawingml/2006/main" noGrp="1"/>
          </p:cNvSpPr>
          <p:nvPr/>
        </p:nvSpPr>
        <p:spPr>
          <a:xfrm xmlns:a="http://schemas.openxmlformats.org/drawingml/2006/main">
            <a:off x="1695450" y="5657850"/>
            <a:ext cx="5181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Outcome · latency · product IDs · currency/value · one-way hashes</a:t>
            </a:r>
          </a:p>
        </p:txBody>
      </p:sp>
      <p:sp>
        <p:nvSpPr>
          <p:cNvPr id="44" name="">
            <a:extLst xmlns:a="http://schemas.openxmlformats.org/drawingml/2006/main">
              <a:ext uri="{FF2B5EF4-FFF2-40B4-BE49-F238E27FC236}">
                <a16:creationId xmlns:a16="http://schemas.microsoft.com/office/drawing/2014/main" id="{5F5ACA54-88CC-4935-B127-67E083B28537}"/>
              </a:ext>
            </a:extLst>
          </p:cNvPr>
          <p:cNvSpPr>
            <a:spLocks xmlns:a="http://schemas.openxmlformats.org/drawingml/2006/main" noGrp="1"/>
          </p:cNvSpPr>
          <p:nvPr/>
        </p:nvSpPr>
        <p:spPr>
          <a:xfrm xmlns:a="http://schemas.openxmlformats.org/drawingml/2006/main">
            <a:off x="7219950" y="5676900"/>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B4AD"/>
                </a:solidFill>
                <a:latin typeface="Menlo"/>
                <a:ea typeface="Menlo"/>
                <a:cs typeface="Menlo"/>
              </a:defRPr>
            </a:pPr>
            <a:r>
              <a:rPr sz="975" b="1" i="0">
                <a:solidFill>
                  <a:srgbClr val="FFB4AD"/>
                </a:solidFill>
                <a:latin typeface="Menlo"/>
                <a:ea typeface="Menlo"/>
                <a:cs typeface="Menlo"/>
              </a:rPr>
              <a:t>EXCLUDED</a:t>
            </a:r>
          </a:p>
        </p:txBody>
      </p:sp>
      <p:sp>
        <p:nvSpPr>
          <p:cNvPr id="45" name="">
            <a:extLst xmlns:a="http://schemas.openxmlformats.org/drawingml/2006/main">
              <a:ext uri="{FF2B5EF4-FFF2-40B4-BE49-F238E27FC236}">
                <a16:creationId xmlns:a16="http://schemas.microsoft.com/office/drawing/2014/main" id="{80489F24-9DA4-48D2-B3D1-021BDEE70603}"/>
              </a:ext>
            </a:extLst>
          </p:cNvPr>
          <p:cNvSpPr>
            <a:spLocks xmlns:a="http://schemas.openxmlformats.org/drawingml/2006/main" noGrp="1"/>
          </p:cNvSpPr>
          <p:nvPr/>
        </p:nvSpPr>
        <p:spPr>
          <a:xfrm xmlns:a="http://schemas.openxmlformats.org/drawingml/2006/main">
            <a:off x="8324850" y="5657850"/>
            <a:ext cx="308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11"/>
          </a:bodyPr>
          <a:lstStyle xmlns:a="http://schemas.openxmlformats.org/drawingml/2006/main"/>
          <a:p xmlns:a="http://schemas.openxmlformats.org/drawingml/2006/main">
            <a:pPr algn="l">
              <a:buNone/>
              <a:defRPr sz="1050" b="1" i="0">
                <a:solidFill>
                  <a:srgbClr val="FFFFFF"/>
                </a:solidFill>
                <a:latin typeface="Helvetica Neue"/>
                <a:ea typeface="Helvetica Neue"/>
                <a:cs typeface="Helvetica Neue"/>
              </a:defRPr>
            </a:pPr>
            <a:r>
              <a:rPr sz="1050" b="1" i="0">
                <a:solidFill>
                  <a:srgbClr val="FFFFFF"/>
                </a:solidFill>
                <a:latin typeface="Helvetica Neue"/>
                <a:ea typeface="Helvetica Neue"/>
                <a:cs typeface="Helvetica Neue"/>
              </a:rPr>
              <a:t>Prompts · identity · address · tokens · payment · DOM/video</a:t>
            </a:r>
          </a:p>
        </p:txBody>
      </p:sp>
    </p:spTree>
    <p:extLst>
      <p:ext uri="{BB962C8B-B14F-4D97-AF65-F5344CB8AC3E}">
        <p14:creationId xmlns:p14="http://schemas.microsoft.com/office/powerpoint/2010/main" val="8578507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8A22680-70E8-4225-ADA0-C42C44185C4D}"/>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TRUST BOUNDARY</a:t>
            </a:r>
          </a:p>
        </p:txBody>
      </p:sp>
      <p:sp>
        <p:nvSpPr>
          <p:cNvPr id="2" name="">
            <a:extLst xmlns:a="http://schemas.openxmlformats.org/drawingml/2006/main">
              <a:ext uri="{FF2B5EF4-FFF2-40B4-BE49-F238E27FC236}">
                <a16:creationId xmlns:a16="http://schemas.microsoft.com/office/drawing/2014/main" id="{C1B4C50A-EC07-4D4F-9E5B-D9136FAACCD8}"/>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 prepares. The human commits.</a:t>
            </a:r>
          </a:p>
        </p:txBody>
      </p:sp>
      <p:cxnSp>
        <p:nvCxnSpPr>
          <p:cNvPr id="22"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1987DBD-A800-43C1-80E6-81326F71FD31}"/>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70EA8A44-F588-4CB8-B7A8-AF79F256A12D}"/>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05</a:t>
            </a:r>
          </a:p>
        </p:txBody>
      </p:sp>
      <p:sp>
        <p:nvSpPr>
          <p:cNvPr id="6" name="">
            <a:extLst xmlns:a="http://schemas.openxmlformats.org/drawingml/2006/main">
              <a:ext uri="{FF2B5EF4-FFF2-40B4-BE49-F238E27FC236}">
                <a16:creationId xmlns:a16="http://schemas.microsoft.com/office/drawing/2014/main" id="{ADDEE385-C36C-472D-B9FF-62C72965F5FC}"/>
              </a:ext>
            </a:extLst>
          </p:cNvPr>
          <p:cNvSpPr>
            <a:spLocks xmlns:a="http://schemas.openxmlformats.org/drawingml/2006/main" noGrp="1"/>
          </p:cNvSpPr>
          <p:nvPr/>
        </p:nvSpPr>
        <p:spPr>
          <a:xfrm xmlns:a="http://schemas.openxmlformats.org/drawingml/2006/main">
            <a:off x="533400" y="1905000"/>
            <a:ext cx="4686300" cy="3448050"/>
          </a:xfrm>
          <a:prstGeom xmlns:a="http://schemas.openxmlformats.org/drawingml/2006/main" prst="roundRect">
            <a:avLst>
              <a:gd name="adj" fmla="val 3315"/>
            </a:avLst>
          </a:prstGeom>
          <a:solidFill xmlns:a="http://schemas.openxmlformats.org/drawingml/2006/main">
            <a:srgbClr val="FFFFFF"/>
          </a:solidFill>
          <a:ln xmlns:a="http://schemas.openxmlformats.org/drawingml/2006/main" w="9525">
            <a:solidFill>
              <a:srgbClr val="B9BEC3"/>
            </a:solidFill>
            <a:prstDash val="solid"/>
          </a:ln>
        </p:spPr>
      </p:sp>
      <p:sp>
        <p:nvSpPr>
          <p:cNvPr id="7" name="">
            <a:extLst xmlns:a="http://schemas.openxmlformats.org/drawingml/2006/main">
              <a:ext uri="{FF2B5EF4-FFF2-40B4-BE49-F238E27FC236}">
                <a16:creationId xmlns:a16="http://schemas.microsoft.com/office/drawing/2014/main" id="{3F3FEC9F-6533-41D4-A459-7190A28C4991}"/>
              </a:ext>
            </a:extLst>
          </p:cNvPr>
          <p:cNvSpPr>
            <a:spLocks xmlns:a="http://schemas.openxmlformats.org/drawingml/2006/main" noGrp="1"/>
          </p:cNvSpPr>
          <p:nvPr/>
        </p:nvSpPr>
        <p:spPr>
          <a:xfrm xmlns:a="http://schemas.openxmlformats.org/drawingml/2006/main">
            <a:off x="8001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AGENT</a:t>
            </a:r>
          </a:p>
        </p:txBody>
      </p:sp>
      <p:sp>
        <p:nvSpPr>
          <p:cNvPr id="8" name="">
            <a:extLst xmlns:a="http://schemas.openxmlformats.org/drawingml/2006/main">
              <a:ext uri="{FF2B5EF4-FFF2-40B4-BE49-F238E27FC236}">
                <a16:creationId xmlns:a16="http://schemas.microsoft.com/office/drawing/2014/main" id="{8AACC1E4-B5A0-4F1F-9904-E28FEB32B58F}"/>
              </a:ext>
            </a:extLst>
          </p:cNvPr>
          <p:cNvSpPr>
            <a:spLocks xmlns:a="http://schemas.openxmlformats.org/drawingml/2006/main" noGrp="1"/>
          </p:cNvSpPr>
          <p:nvPr/>
        </p:nvSpPr>
        <p:spPr>
          <a:xfrm xmlns:a="http://schemas.openxmlformats.org/drawingml/2006/main">
            <a:off x="800100" y="2619375"/>
            <a:ext cx="39052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Find</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Compare</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Cite policy</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Edit reversible cart</a:t>
            </a:r>
          </a:p>
          <a:p xmlns:a="http://schemas.openxmlformats.org/drawingml/2006/main">
            <a:pPr algn="l">
              <a:buNone/>
              <a:defRPr sz="2250" b="1" i="0">
                <a:solidFill>
                  <a:srgbClr val="111111"/>
                </a:solidFill>
                <a:latin typeface="Helvetica Neue"/>
                <a:ea typeface="Helvetica Neue"/>
                <a:cs typeface="Helvetica Neue"/>
              </a:defRPr>
            </a:pPr>
            <a:r>
              <a:rPr sz="2250" b="1" i="0">
                <a:solidFill>
                  <a:srgbClr val="111111"/>
                </a:solidFill>
                <a:latin typeface="Helvetica Neue"/>
                <a:ea typeface="Helvetica Neue"/>
                <a:cs typeface="Helvetica Neue"/>
              </a:rPr>
              <a:t>Prepare checkout handoff</a:t>
            </a:r>
          </a:p>
        </p:txBody>
      </p:sp>
      <p:sp>
        <p:nvSpPr>
          <p:cNvPr id="9" name="">
            <a:extLst xmlns:a="http://schemas.openxmlformats.org/drawingml/2006/main">
              <a:ext uri="{FF2B5EF4-FFF2-40B4-BE49-F238E27FC236}">
                <a16:creationId xmlns:a16="http://schemas.microsoft.com/office/drawing/2014/main" id="{276A4D7F-C59C-41FB-950A-2D763F77B6DD}"/>
              </a:ext>
            </a:extLst>
          </p:cNvPr>
          <p:cNvSpPr>
            <a:spLocks xmlns:a="http://schemas.openxmlformats.org/drawingml/2006/main" noGrp="1"/>
          </p:cNvSpPr>
          <p:nvPr/>
        </p:nvSpPr>
        <p:spPr>
          <a:xfrm xmlns:a="http://schemas.openxmlformats.org/drawingml/2006/main">
            <a:off x="5476875" y="1762125"/>
            <a:ext cx="609600" cy="3733800"/>
          </a:xfrm>
          <a:prstGeom xmlns:a="http://schemas.openxmlformats.org/drawingml/2006/main" prst="roundRect">
            <a:avLst>
              <a:gd name="adj" fmla="val 18750"/>
            </a:avLst>
          </a:prstGeom>
          <a:solidFill xmlns:a="http://schemas.openxmlformats.org/drawingml/2006/main">
            <a:srgbClr val="E94335"/>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F62E27-6AC8-4AAF-869B-C7634735B9B9}"/>
              </a:ext>
            </a:extLst>
          </p:cNvPr>
          <p:cNvSpPr>
            <a:spLocks xmlns:a="http://schemas.openxmlformats.org/drawingml/2006/main" noGrp="1"/>
          </p:cNvSpPr>
          <p:nvPr/>
        </p:nvSpPr>
        <p:spPr>
          <a:xfrm xmlns:a="http://schemas.openxmlformats.org/drawingml/2006/main">
            <a:off x="5619750" y="2152650"/>
            <a:ext cx="32385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H</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U</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M</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A</a:t>
            </a:r>
          </a:p>
          <a:p xmlns:a="http://schemas.openxmlformats.org/drawingml/2006/main">
            <a:pPr algn="ctr">
              <a:buNone/>
              <a:defRPr sz="1650" b="1" i="0">
                <a:solidFill>
                  <a:srgbClr val="FFFFFF"/>
                </a:solidFill>
                <a:latin typeface="Helvetica Neue"/>
                <a:ea typeface="Helvetica Neue"/>
                <a:cs typeface="Helvetica Neue"/>
              </a:defRPr>
            </a:pPr>
            <a:r>
              <a:rPr sz="1650" b="1" i="0">
                <a:solidFill>
                  <a:srgbClr val="FFFFFF"/>
                </a:solidFill>
                <a:latin typeface="Helvetica Neue"/>
                <a:ea typeface="Helvetica Neue"/>
                <a:cs typeface="Helvetica Neue"/>
              </a:rPr>
              <a:t>N</a:t>
            </a:r>
          </a:p>
        </p:txBody>
      </p:sp>
      <p:sp>
        <p:nvSpPr>
          <p:cNvPr id="11" name="">
            <a:extLst xmlns:a="http://schemas.openxmlformats.org/drawingml/2006/main">
              <a:ext uri="{FF2B5EF4-FFF2-40B4-BE49-F238E27FC236}">
                <a16:creationId xmlns:a16="http://schemas.microsoft.com/office/drawing/2014/main" id="{65EEF197-99AF-4551-9799-D59FF3BFD951}"/>
              </a:ext>
            </a:extLst>
          </p:cNvPr>
          <p:cNvSpPr>
            <a:spLocks xmlns:a="http://schemas.openxmlformats.org/drawingml/2006/main" noGrp="1"/>
          </p:cNvSpPr>
          <p:nvPr/>
        </p:nvSpPr>
        <p:spPr>
          <a:xfrm xmlns:a="http://schemas.openxmlformats.org/drawingml/2006/main">
            <a:off x="6343650" y="1905000"/>
            <a:ext cx="5314950" cy="3448050"/>
          </a:xfrm>
          <a:prstGeom xmlns:a="http://schemas.openxmlformats.org/drawingml/2006/main" prst="roundRect">
            <a:avLst>
              <a:gd name="adj" fmla="val 3315"/>
            </a:avLst>
          </a:prstGeom>
          <a:solidFill xmlns:a="http://schemas.openxmlformats.org/drawingml/2006/main">
            <a:srgbClr val="111111"/>
          </a:solidFill>
          <a:ln xmlns:a="http://schemas.openxmlformats.org/drawingml/2006/main" w="9525">
            <a:solidFill>
              <a:srgbClr val="111111"/>
            </a:solidFill>
            <a:prstDash val="solid"/>
          </a:ln>
        </p:spPr>
      </p:sp>
      <p:sp>
        <p:nvSpPr>
          <p:cNvPr id="12" name="">
            <a:extLst xmlns:a="http://schemas.openxmlformats.org/drawingml/2006/main">
              <a:ext uri="{FF2B5EF4-FFF2-40B4-BE49-F238E27FC236}">
                <a16:creationId xmlns:a16="http://schemas.microsoft.com/office/drawing/2014/main" id="{8131AF95-03CA-4667-AF6B-D83648520367}"/>
              </a:ext>
            </a:extLst>
          </p:cNvPr>
          <p:cNvSpPr>
            <a:spLocks xmlns:a="http://schemas.openxmlformats.org/drawingml/2006/main" noGrp="1"/>
          </p:cNvSpPr>
          <p:nvPr/>
        </p:nvSpPr>
        <p:spPr>
          <a:xfrm xmlns:a="http://schemas.openxmlformats.org/drawingml/2006/main">
            <a:off x="6629400" y="21907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HUMAN</a:t>
            </a:r>
          </a:p>
        </p:txBody>
      </p:sp>
      <p:sp>
        <p:nvSpPr>
          <p:cNvPr id="13" name="">
            <a:extLst xmlns:a="http://schemas.openxmlformats.org/drawingml/2006/main">
              <a:ext uri="{FF2B5EF4-FFF2-40B4-BE49-F238E27FC236}">
                <a16:creationId xmlns:a16="http://schemas.microsoft.com/office/drawing/2014/main" id="{422118A4-70EA-4FFE-B4BD-5F4521BCCF9E}"/>
              </a:ext>
            </a:extLst>
          </p:cNvPr>
          <p:cNvSpPr>
            <a:spLocks xmlns:a="http://schemas.openxmlformats.org/drawingml/2006/main" noGrp="1"/>
          </p:cNvSpPr>
          <p:nvPr/>
        </p:nvSpPr>
        <p:spPr>
          <a:xfrm xmlns:a="http://schemas.openxmlformats.org/drawingml/2006/main">
            <a:off x="6629400" y="2619375"/>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Review details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Accept terms</a:t>
            </a:r>
          </a:p>
          <a:p xmlns:a="http://schemas.openxmlformats.org/drawingml/2006/main">
            <a:pPr algn="l">
              <a:buNone/>
              <a:defRPr sz="2250" b="1" i="0">
                <a:solidFill>
                  <a:srgbClr val="FFFFFF"/>
                </a:solidFill>
                <a:latin typeface="Helvetica Neue"/>
                <a:ea typeface="Helvetica Neue"/>
                <a:cs typeface="Helvetica Neue"/>
              </a:defRPr>
            </a:pPr>
            <a:r>
              <a:rPr sz="2250" b="1" i="0">
                <a:solidFill>
                  <a:srgbClr val="FFFFFF"/>
                </a:solidFill>
                <a:latin typeface="Helvetica Neue"/>
                <a:ea typeface="Helvetica Neue"/>
                <a:cs typeface="Helvetica Neue"/>
              </a:rPr>
              <a:t>Place order</a:t>
            </a:r>
          </a:p>
        </p:txBody>
      </p:sp>
      <p:sp>
        <p:nvSpPr>
          <p:cNvPr id="14" name="">
            <a:extLst xmlns:a="http://schemas.openxmlformats.org/drawingml/2006/main">
              <a:ext uri="{FF2B5EF4-FFF2-40B4-BE49-F238E27FC236}">
                <a16:creationId xmlns:a16="http://schemas.microsoft.com/office/drawing/2014/main" id="{EF7E3018-0E5D-4DBA-A6A9-212746FFFD2C}"/>
              </a:ext>
            </a:extLst>
          </p:cNvPr>
          <p:cNvSpPr>
            <a:spLocks xmlns:a="http://schemas.openxmlformats.org/drawingml/2006/main" noGrp="1"/>
          </p:cNvSpPr>
          <p:nvPr/>
        </p:nvSpPr>
        <p:spPr>
          <a:xfrm xmlns:a="http://schemas.openxmlformats.org/drawingml/2006/main">
            <a:off x="6629400" y="44767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VERIFIED OUTCOME</a:t>
            </a:r>
          </a:p>
        </p:txBody>
      </p:sp>
      <p:sp>
        <p:nvSpPr>
          <p:cNvPr id="15" name="">
            <a:extLst xmlns:a="http://schemas.openxmlformats.org/drawingml/2006/main">
              <a:ext uri="{FF2B5EF4-FFF2-40B4-BE49-F238E27FC236}">
                <a16:creationId xmlns:a16="http://schemas.microsoft.com/office/drawing/2014/main" id="{7FDCBD75-8F23-4E94-95D7-F0B42B0EAB95}"/>
              </a:ext>
            </a:extLst>
          </p:cNvPr>
          <p:cNvSpPr>
            <a:spLocks xmlns:a="http://schemas.openxmlformats.org/drawingml/2006/main" noGrp="1"/>
          </p:cNvSpPr>
          <p:nvPr/>
        </p:nvSpPr>
        <p:spPr>
          <a:xfrm xmlns:a="http://schemas.openxmlformats.org/drawingml/2006/main">
            <a:off x="6629400" y="4781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75" b="1" i="0">
                <a:solidFill>
                  <a:srgbClr val="FFFFFF"/>
                </a:solidFill>
                <a:latin typeface="Helvetica Neue"/>
                <a:ea typeface="Helvetica Neue"/>
                <a:cs typeface="Helvetica Neue"/>
              </a:defRPr>
            </a:pPr>
            <a:r>
              <a:rPr sz="1575" b="1" i="0">
                <a:solidFill>
                  <a:srgbClr val="FFFFFF"/>
                </a:solidFill>
                <a:latin typeface="Helvetica Neue"/>
                <a:ea typeface="Helvetica Neue"/>
                <a:cs typeface="Helvetica Neue"/>
              </a:rPr>
              <a:t>Paid · cancelled · refunded</a:t>
            </a:r>
          </a:p>
        </p:txBody>
      </p:sp>
      <p:sp>
        <p:nvSpPr>
          <p:cNvPr id="16" name="">
            <a:extLst xmlns:a="http://schemas.openxmlformats.org/drawingml/2006/main">
              <a:ext uri="{FF2B5EF4-FFF2-40B4-BE49-F238E27FC236}">
                <a16:creationId xmlns:a16="http://schemas.microsoft.com/office/drawing/2014/main" id="{48E8EE21-841B-4D00-A607-5DADBD129F27}"/>
              </a:ext>
            </a:extLst>
          </p:cNvPr>
          <p:cNvSpPr>
            <a:spLocks xmlns:a="http://schemas.openxmlformats.org/drawingml/2006/main" noGrp="1"/>
          </p:cNvSpPr>
          <p:nvPr/>
        </p:nvSpPr>
        <p:spPr>
          <a:xfrm xmlns:a="http://schemas.openxmlformats.org/drawingml/2006/main">
            <a:off x="533400" y="58293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NEVER STORED: RAW PROMPTS · IDENTITY · ADDRESS · PAYMENT DETAILS</a:t>
            </a:r>
          </a:p>
        </p:txBody>
      </p:sp>
    </p:spTree>
    <p:extLst>
      <p:ext uri="{BB962C8B-B14F-4D97-AF65-F5344CB8AC3E}">
        <p14:creationId xmlns:p14="http://schemas.microsoft.com/office/powerpoint/2010/main" val="93217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5D00C83-EE4F-421B-8915-34B0B2D2C7E8}"/>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USE CASES</a:t>
            </a:r>
          </a:p>
        </p:txBody>
      </p:sp>
      <p:sp>
        <p:nvSpPr>
          <p:cNvPr id="2" name="">
            <a:extLst xmlns:a="http://schemas.openxmlformats.org/drawingml/2006/main">
              <a:ext uri="{FF2B5EF4-FFF2-40B4-BE49-F238E27FC236}">
                <a16:creationId xmlns:a16="http://schemas.microsoft.com/office/drawing/2014/main" id="{99FE1F28-B38F-42BC-BCB3-14B56E17D493}"/>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One evidence loop answers five operator questions.</a:t>
            </a:r>
          </a:p>
        </p:txBody>
      </p:sp>
      <p:cxnSp>
        <p:nvCxnSpPr>
          <p:cNvPr id="66"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9A6A5D05-FC4A-48C1-9EA1-989EFB1B794E}"/>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ACF9D3D2-0085-4AB7-9CB4-715D1BFC0C4F}"/>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06</a:t>
            </a:r>
          </a:p>
        </p:txBody>
      </p:sp>
      <p:cxnSp>
        <p:nvCxnSpPr>
          <p:cNvPr id="69" name=""/>
          <p:cNvCxnSpPr/>
          <p:nvPr/>
        </p:nvCxnSpPr>
        <p:spPr>
          <a:xfrm xmlns:a="http://schemas.openxmlformats.org/drawingml/2006/main">
            <a:off x="1066800" y="1981200"/>
            <a:ext cx="0" cy="3429000"/>
          </a:xfrm>
          <a:prstGeom xmlns:a="http://schemas.openxmlformats.org/drawingml/2006/main" prst="straightConnector1">
            <a:avLst/>
          </a:prstGeom>
          <a:ln xmlns:a="http://schemas.openxmlformats.org/drawingml/2006/main" w="47625">
            <a:solidFill>
              <a:srgbClr val="1769FF"/>
            </a:solidFill>
            <a:prstDash val="solid"/>
          </a:ln>
        </p:spPr>
      </p:cxnSp>
      <p:sp>
        <p:nvSpPr>
          <p:cNvPr id="7" name="">
            <a:extLst xmlns:a="http://schemas.openxmlformats.org/drawingml/2006/main">
              <a:ext uri="{FF2B5EF4-FFF2-40B4-BE49-F238E27FC236}">
                <a16:creationId xmlns:a16="http://schemas.microsoft.com/office/drawing/2014/main" id="{A2FA3395-C11B-4B28-9E18-9C13D31FD7B1}"/>
              </a:ext>
            </a:extLst>
          </p:cNvPr>
          <p:cNvSpPr>
            <a:spLocks xmlns:a="http://schemas.openxmlformats.org/drawingml/2006/main" noGrp="1"/>
          </p:cNvSpPr>
          <p:nvPr/>
        </p:nvSpPr>
        <p:spPr>
          <a:xfrm xmlns:a="http://schemas.openxmlformats.org/drawingml/2006/main">
            <a:off x="866775" y="18097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C2877-4A68-4A5A-BC16-036E5FB1C798}"/>
              </a:ext>
            </a:extLst>
          </p:cNvPr>
          <p:cNvSpPr>
            <a:spLocks xmlns:a="http://schemas.openxmlformats.org/drawingml/2006/main" noGrp="1"/>
          </p:cNvSpPr>
          <p:nvPr/>
        </p:nvSpPr>
        <p:spPr>
          <a:xfrm xmlns:a="http://schemas.openxmlformats.org/drawingml/2006/main">
            <a:off x="866775" y="19335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DD5791A2-1EB4-4920-B268-B001ECB3AD73}"/>
              </a:ext>
            </a:extLst>
          </p:cNvPr>
          <p:cNvSpPr>
            <a:spLocks xmlns:a="http://schemas.openxmlformats.org/drawingml/2006/main" noGrp="1"/>
          </p:cNvSpPr>
          <p:nvPr/>
        </p:nvSpPr>
        <p:spPr>
          <a:xfrm xmlns:a="http://schemas.openxmlformats.org/drawingml/2006/main">
            <a:off x="1543050" y="17907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happened?</a:t>
            </a:r>
          </a:p>
        </p:txBody>
      </p:sp>
      <p:sp>
        <p:nvSpPr>
          <p:cNvPr id="10" name="">
            <a:extLst xmlns:a="http://schemas.openxmlformats.org/drawingml/2006/main">
              <a:ext uri="{FF2B5EF4-FFF2-40B4-BE49-F238E27FC236}">
                <a16:creationId xmlns:a16="http://schemas.microsoft.com/office/drawing/2014/main" id="{9A58CD9D-2850-4E99-9EB3-C37DA6E650B2}"/>
              </a:ext>
            </a:extLst>
          </p:cNvPr>
          <p:cNvSpPr>
            <a:spLocks xmlns:a="http://schemas.openxmlformats.org/drawingml/2006/main" noGrp="1"/>
          </p:cNvSpPr>
          <p:nvPr/>
        </p:nvSpPr>
        <p:spPr>
          <a:xfrm xmlns:a="http://schemas.openxmlformats.org/drawingml/2006/main">
            <a:off x="1543050" y="21240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WORKFLOW REPLAY</a:t>
            </a:r>
          </a:p>
        </p:txBody>
      </p:sp>
      <p:sp>
        <p:nvSpPr>
          <p:cNvPr id="11" name="">
            <a:extLst xmlns:a="http://schemas.openxmlformats.org/drawingml/2006/main">
              <a:ext uri="{FF2B5EF4-FFF2-40B4-BE49-F238E27FC236}">
                <a16:creationId xmlns:a16="http://schemas.microsoft.com/office/drawing/2014/main" id="{1C7F587E-09F3-4160-8DB8-5991D232B21A}"/>
              </a:ext>
            </a:extLst>
          </p:cNvPr>
          <p:cNvSpPr>
            <a:spLocks xmlns:a="http://schemas.openxmlformats.org/drawingml/2006/main" noGrp="1"/>
          </p:cNvSpPr>
          <p:nvPr/>
        </p:nvSpPr>
        <p:spPr>
          <a:xfrm xmlns:a="http://schemas.openxmlformats.org/drawingml/2006/main">
            <a:off x="866775" y="254317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F2322-6576-49D4-995C-9A639D680227}"/>
              </a:ext>
            </a:extLst>
          </p:cNvPr>
          <p:cNvSpPr>
            <a:spLocks xmlns:a="http://schemas.openxmlformats.org/drawingml/2006/main" noGrp="1"/>
          </p:cNvSpPr>
          <p:nvPr/>
        </p:nvSpPr>
        <p:spPr>
          <a:xfrm xmlns:a="http://schemas.openxmlformats.org/drawingml/2006/main">
            <a:off x="866775" y="266700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2C0A6668-446E-48F3-8687-0F268731485A}"/>
              </a:ext>
            </a:extLst>
          </p:cNvPr>
          <p:cNvSpPr>
            <a:spLocks xmlns:a="http://schemas.openxmlformats.org/drawingml/2006/main" noGrp="1"/>
          </p:cNvSpPr>
          <p:nvPr/>
        </p:nvSpPr>
        <p:spPr>
          <a:xfrm xmlns:a="http://schemas.openxmlformats.org/drawingml/2006/main">
            <a:off x="1543050" y="252412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broke?</a:t>
            </a:r>
          </a:p>
        </p:txBody>
      </p:sp>
      <p:sp>
        <p:nvSpPr>
          <p:cNvPr id="14" name="">
            <a:extLst xmlns:a="http://schemas.openxmlformats.org/drawingml/2006/main">
              <a:ext uri="{FF2B5EF4-FFF2-40B4-BE49-F238E27FC236}">
                <a16:creationId xmlns:a16="http://schemas.microsoft.com/office/drawing/2014/main" id="{7BD406D8-C5F1-415E-912F-DA9FC36F0AB9}"/>
              </a:ext>
            </a:extLst>
          </p:cNvPr>
          <p:cNvSpPr>
            <a:spLocks xmlns:a="http://schemas.openxmlformats.org/drawingml/2006/main" noGrp="1"/>
          </p:cNvSpPr>
          <p:nvPr/>
        </p:nvSpPr>
        <p:spPr>
          <a:xfrm xmlns:a="http://schemas.openxmlformats.org/drawingml/2006/main">
            <a:off x="1543050" y="285750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FAILURE · DENIAL · LATENCY</a:t>
            </a:r>
          </a:p>
        </p:txBody>
      </p:sp>
      <p:sp>
        <p:nvSpPr>
          <p:cNvPr id="15" name="">
            <a:extLst xmlns:a="http://schemas.openxmlformats.org/drawingml/2006/main">
              <a:ext uri="{FF2B5EF4-FFF2-40B4-BE49-F238E27FC236}">
                <a16:creationId xmlns:a16="http://schemas.microsoft.com/office/drawing/2014/main" id="{B8B4F8D9-E9F5-4FDD-925C-D183CBCC6848}"/>
              </a:ext>
            </a:extLst>
          </p:cNvPr>
          <p:cNvSpPr>
            <a:spLocks xmlns:a="http://schemas.openxmlformats.org/drawingml/2006/main" noGrp="1"/>
          </p:cNvSpPr>
          <p:nvPr/>
        </p:nvSpPr>
        <p:spPr>
          <a:xfrm xmlns:a="http://schemas.openxmlformats.org/drawingml/2006/main">
            <a:off x="866775" y="327660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C6A2EEB-1BDF-4B61-A846-24F198E381C7}"/>
              </a:ext>
            </a:extLst>
          </p:cNvPr>
          <p:cNvSpPr>
            <a:spLocks xmlns:a="http://schemas.openxmlformats.org/drawingml/2006/main" noGrp="1"/>
          </p:cNvSpPr>
          <p:nvPr/>
        </p:nvSpPr>
        <p:spPr>
          <a:xfrm xmlns:a="http://schemas.openxmlformats.org/drawingml/2006/main">
            <a:off x="866775" y="340042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A5CBDFC3-EBEF-4836-8119-B63E570DA10C}"/>
              </a:ext>
            </a:extLst>
          </p:cNvPr>
          <p:cNvSpPr>
            <a:spLocks xmlns:a="http://schemas.openxmlformats.org/drawingml/2006/main" noGrp="1"/>
          </p:cNvSpPr>
          <p:nvPr/>
        </p:nvSpPr>
        <p:spPr>
          <a:xfrm xmlns:a="http://schemas.openxmlformats.org/drawingml/2006/main">
            <a:off x="1543050" y="325755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Did it matter?</a:t>
            </a:r>
          </a:p>
        </p:txBody>
      </p:sp>
      <p:sp>
        <p:nvSpPr>
          <p:cNvPr id="18" name="">
            <a:extLst xmlns:a="http://schemas.openxmlformats.org/drawingml/2006/main">
              <a:ext uri="{FF2B5EF4-FFF2-40B4-BE49-F238E27FC236}">
                <a16:creationId xmlns:a16="http://schemas.microsoft.com/office/drawing/2014/main" id="{2E6E3F81-2EDB-4472-8CEE-C61FBF9D99AF}"/>
              </a:ext>
            </a:extLst>
          </p:cNvPr>
          <p:cNvSpPr>
            <a:spLocks xmlns:a="http://schemas.openxmlformats.org/drawingml/2006/main" noGrp="1"/>
          </p:cNvSpPr>
          <p:nvPr/>
        </p:nvSpPr>
        <p:spPr>
          <a:xfrm xmlns:a="http://schemas.openxmlformats.org/drawingml/2006/main">
            <a:off x="1543050" y="359092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PAID · REFUNDED · NET</a:t>
            </a:r>
          </a:p>
        </p:txBody>
      </p:sp>
      <p:sp>
        <p:nvSpPr>
          <p:cNvPr id="19" name="">
            <a:extLst xmlns:a="http://schemas.openxmlformats.org/drawingml/2006/main">
              <a:ext uri="{FF2B5EF4-FFF2-40B4-BE49-F238E27FC236}">
                <a16:creationId xmlns:a16="http://schemas.microsoft.com/office/drawing/2014/main" id="{6B987522-8C2D-4C4D-86C7-0BE5D7826950}"/>
              </a:ext>
            </a:extLst>
          </p:cNvPr>
          <p:cNvSpPr>
            <a:spLocks xmlns:a="http://schemas.openxmlformats.org/drawingml/2006/main" noGrp="1"/>
          </p:cNvSpPr>
          <p:nvPr/>
        </p:nvSpPr>
        <p:spPr>
          <a:xfrm xmlns:a="http://schemas.openxmlformats.org/drawingml/2006/main">
            <a:off x="866775" y="4010025"/>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9B203BB-87CE-43F8-86D2-FA819E171153}"/>
              </a:ext>
            </a:extLst>
          </p:cNvPr>
          <p:cNvSpPr>
            <a:spLocks xmlns:a="http://schemas.openxmlformats.org/drawingml/2006/main" noGrp="1"/>
          </p:cNvSpPr>
          <p:nvPr/>
        </p:nvSpPr>
        <p:spPr>
          <a:xfrm xmlns:a="http://schemas.openxmlformats.org/drawingml/2006/main">
            <a:off x="866775" y="4133850"/>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44E0907A-66E6-4641-8BA1-7632004EFE69}"/>
              </a:ext>
            </a:extLst>
          </p:cNvPr>
          <p:cNvSpPr>
            <a:spLocks xmlns:a="http://schemas.openxmlformats.org/drawingml/2006/main" noGrp="1"/>
          </p:cNvSpPr>
          <p:nvPr/>
        </p:nvSpPr>
        <p:spPr>
          <a:xfrm xmlns:a="http://schemas.openxmlformats.org/drawingml/2006/main">
            <a:off x="1543050" y="3990975"/>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is missing?</a:t>
            </a:r>
          </a:p>
        </p:txBody>
      </p:sp>
      <p:sp>
        <p:nvSpPr>
          <p:cNvPr id="22" name="">
            <a:extLst xmlns:a="http://schemas.openxmlformats.org/drawingml/2006/main">
              <a:ext uri="{FF2B5EF4-FFF2-40B4-BE49-F238E27FC236}">
                <a16:creationId xmlns:a16="http://schemas.microsoft.com/office/drawing/2014/main" id="{A284B02F-A558-4641-BF0D-D07FE801933F}"/>
              </a:ext>
            </a:extLst>
          </p:cNvPr>
          <p:cNvSpPr>
            <a:spLocks xmlns:a="http://schemas.openxmlformats.org/drawingml/2006/main" noGrp="1"/>
          </p:cNvSpPr>
          <p:nvPr/>
        </p:nvSpPr>
        <p:spPr>
          <a:xfrm xmlns:a="http://schemas.openxmlformats.org/drawingml/2006/main">
            <a:off x="1543050" y="43243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CAPABILITY SIGNALS</a:t>
            </a:r>
          </a:p>
        </p:txBody>
      </p:sp>
      <p:sp>
        <p:nvSpPr>
          <p:cNvPr id="23" name="">
            <a:extLst xmlns:a="http://schemas.openxmlformats.org/drawingml/2006/main">
              <a:ext uri="{FF2B5EF4-FFF2-40B4-BE49-F238E27FC236}">
                <a16:creationId xmlns:a16="http://schemas.microsoft.com/office/drawing/2014/main" id="{0984F2CF-D070-4F8D-B9DD-DB294E3A7E17}"/>
              </a:ext>
            </a:extLst>
          </p:cNvPr>
          <p:cNvSpPr>
            <a:spLocks xmlns:a="http://schemas.openxmlformats.org/drawingml/2006/main" noGrp="1"/>
          </p:cNvSpPr>
          <p:nvPr/>
        </p:nvSpPr>
        <p:spPr>
          <a:xfrm xmlns:a="http://schemas.openxmlformats.org/drawingml/2006/main">
            <a:off x="866775" y="4743450"/>
            <a:ext cx="400050" cy="400050"/>
          </a:xfrm>
          <a:prstGeom xmlns:a="http://schemas.openxmlformats.org/drawingml/2006/main" prst="roundRect">
            <a:avLst>
              <a:gd name="adj" fmla="val 28571"/>
            </a:avLst>
          </a:prstGeom>
          <a:solidFill xmlns:a="http://schemas.openxmlformats.org/drawingml/2006/main">
            <a:srgbClr val="1769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1FCE5F-E792-4194-BC46-D305CB272B34}"/>
              </a:ext>
            </a:extLst>
          </p:cNvPr>
          <p:cNvSpPr>
            <a:spLocks xmlns:a="http://schemas.openxmlformats.org/drawingml/2006/main" noGrp="1"/>
          </p:cNvSpPr>
          <p:nvPr/>
        </p:nvSpPr>
        <p:spPr>
          <a:xfrm xmlns:a="http://schemas.openxmlformats.org/drawingml/2006/main">
            <a:off x="866775" y="4867275"/>
            <a:ext cx="4000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825" b="1" i="0">
                <a:solidFill>
                  <a:srgbClr val="FFFFFF"/>
                </a:solidFill>
                <a:latin typeface="Menlo"/>
                <a:ea typeface="Menlo"/>
                <a:cs typeface="Menlo"/>
              </a:defRPr>
            </a:pPr>
            <a:r>
              <a:rPr sz="825" b="1" i="0">
                <a:solidFill>
                  <a:srgbClr val="FFFFFF"/>
                </a:solidFill>
                <a:latin typeface="Menlo"/>
                <a:ea typeface="Menlo"/>
                <a:cs typeface="Menlo"/>
              </a:rPr>
              <a:t>05</a:t>
            </a:r>
          </a:p>
        </p:txBody>
      </p:sp>
      <p:sp>
        <p:nvSpPr>
          <p:cNvPr id="25" name="">
            <a:extLst xmlns:a="http://schemas.openxmlformats.org/drawingml/2006/main">
              <a:ext uri="{FF2B5EF4-FFF2-40B4-BE49-F238E27FC236}">
                <a16:creationId xmlns:a16="http://schemas.microsoft.com/office/drawing/2014/main" id="{63B0682D-1427-41B3-82DB-147D087C56D3}"/>
              </a:ext>
            </a:extLst>
          </p:cNvPr>
          <p:cNvSpPr>
            <a:spLocks xmlns:a="http://schemas.openxmlformats.org/drawingml/2006/main" noGrp="1"/>
          </p:cNvSpPr>
          <p:nvPr/>
        </p:nvSpPr>
        <p:spPr>
          <a:xfrm xmlns:a="http://schemas.openxmlformats.org/drawingml/2006/main">
            <a:off x="1543050" y="47244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725" b="1" i="0">
                <a:solidFill>
                  <a:srgbClr val="111111"/>
                </a:solidFill>
                <a:latin typeface="Helvetica Neue"/>
                <a:ea typeface="Helvetica Neue"/>
                <a:cs typeface="Helvetica Neue"/>
              </a:defRPr>
            </a:pPr>
            <a:r>
              <a:rPr sz="1725" b="1" i="0">
                <a:solidFill>
                  <a:srgbClr val="111111"/>
                </a:solidFill>
                <a:latin typeface="Helvetica Neue"/>
                <a:ea typeface="Helvetica Neue"/>
                <a:cs typeface="Helvetica Neue"/>
              </a:rPr>
              <a:t>What changes next?</a:t>
            </a:r>
          </a:p>
        </p:txBody>
      </p:sp>
      <p:sp>
        <p:nvSpPr>
          <p:cNvPr id="26" name="">
            <a:extLst xmlns:a="http://schemas.openxmlformats.org/drawingml/2006/main">
              <a:ext uri="{FF2B5EF4-FFF2-40B4-BE49-F238E27FC236}">
                <a16:creationId xmlns:a16="http://schemas.microsoft.com/office/drawing/2014/main" id="{53DB5D56-7281-4F56-968D-0C5FC89A3327}"/>
              </a:ext>
            </a:extLst>
          </p:cNvPr>
          <p:cNvSpPr>
            <a:spLocks xmlns:a="http://schemas.openxmlformats.org/drawingml/2006/main" noGrp="1"/>
          </p:cNvSpPr>
          <p:nvPr/>
        </p:nvSpPr>
        <p:spPr>
          <a:xfrm xmlns:a="http://schemas.openxmlformats.org/drawingml/2006/main">
            <a:off x="1543050" y="5057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SESSION OR SITE POLICY</a:t>
            </a:r>
          </a:p>
        </p:txBody>
      </p:sp>
      <p:sp>
        <p:nvSpPr>
          <p:cNvPr id="27" name="">
            <a:extLst xmlns:a="http://schemas.openxmlformats.org/drawingml/2006/main">
              <a:ext uri="{FF2B5EF4-FFF2-40B4-BE49-F238E27FC236}">
                <a16:creationId xmlns:a16="http://schemas.microsoft.com/office/drawing/2014/main" id="{4BCD8BBC-EEDE-4134-89BC-B3773AF8D1E8}"/>
              </a:ext>
            </a:extLst>
          </p:cNvPr>
          <p:cNvSpPr>
            <a:spLocks xmlns:a="http://schemas.openxmlformats.org/drawingml/2006/main" noGrp="1"/>
          </p:cNvSpPr>
          <p:nvPr/>
        </p:nvSpPr>
        <p:spPr>
          <a:xfrm xmlns:a="http://schemas.openxmlformats.org/drawingml/2006/main">
            <a:off x="6667500" y="1952625"/>
            <a:ext cx="4591050" cy="3162300"/>
          </a:xfrm>
          <a:prstGeom xmlns:a="http://schemas.openxmlformats.org/drawingml/2006/main" prst="roundRect">
            <a:avLst>
              <a:gd name="adj" fmla="val 3614"/>
            </a:avLst>
          </a:prstGeom>
          <a:solidFill xmlns:a="http://schemas.openxmlformats.org/drawingml/2006/main">
            <a:srgbClr val="111111"/>
          </a:solidFill>
          <a:ln xmlns:a="http://schemas.openxmlformats.org/drawingml/2006/main" w="9525">
            <a:solidFill>
              <a:srgbClr val="111111"/>
            </a:solidFill>
            <a:prstDash val="solid"/>
          </a:ln>
        </p:spPr>
      </p:sp>
      <p:sp>
        <p:nvSpPr>
          <p:cNvPr id="28" name="">
            <a:extLst xmlns:a="http://schemas.openxmlformats.org/drawingml/2006/main">
              <a:ext uri="{FF2B5EF4-FFF2-40B4-BE49-F238E27FC236}">
                <a16:creationId xmlns:a16="http://schemas.microsoft.com/office/drawing/2014/main" id="{7352F084-42B1-4C54-8E52-C6861992BDBA}"/>
              </a:ext>
            </a:extLst>
          </p:cNvPr>
          <p:cNvSpPr>
            <a:spLocks xmlns:a="http://schemas.openxmlformats.org/drawingml/2006/main" noGrp="1"/>
          </p:cNvSpPr>
          <p:nvPr/>
        </p:nvSpPr>
        <p:spPr>
          <a:xfrm xmlns:a="http://schemas.openxmlformats.org/drawingml/2006/main">
            <a:off x="6953250" y="2238375"/>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PROVEN NOW</a:t>
            </a:r>
          </a:p>
        </p:txBody>
      </p:sp>
      <p:sp>
        <p:nvSpPr>
          <p:cNvPr id="29" name="">
            <a:extLst xmlns:a="http://schemas.openxmlformats.org/drawingml/2006/main">
              <a:ext uri="{FF2B5EF4-FFF2-40B4-BE49-F238E27FC236}">
                <a16:creationId xmlns:a16="http://schemas.microsoft.com/office/drawing/2014/main" id="{04A728AE-B6DC-4406-9019-6B025444FED8}"/>
              </a:ext>
            </a:extLst>
          </p:cNvPr>
          <p:cNvSpPr>
            <a:spLocks xmlns:a="http://schemas.openxmlformats.org/drawingml/2006/main" noGrp="1"/>
          </p:cNvSpPr>
          <p:nvPr/>
        </p:nvSpPr>
        <p:spPr>
          <a:xfrm xmlns:a="http://schemas.openxmlformats.org/drawingml/2006/main">
            <a:off x="6953250" y="26003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700" b="1" i="0">
                <a:solidFill>
                  <a:srgbClr val="FFFFFF"/>
                </a:solidFill>
                <a:latin typeface="Helvetica Neue"/>
                <a:ea typeface="Helvetica Neue"/>
                <a:cs typeface="Helvetica Neue"/>
              </a:defRPr>
            </a:pPr>
            <a:r>
              <a:rPr sz="2700" b="1" i="0">
                <a:solidFill>
                  <a:srgbClr val="FFFFFF"/>
                </a:solidFill>
                <a:latin typeface="Helvetica Neue"/>
                <a:ea typeface="Helvetica Neue"/>
                <a:cs typeface="Helvetica Neue"/>
              </a:rPr>
              <a:t>Commerce</a:t>
            </a:r>
          </a:p>
        </p:txBody>
      </p:sp>
      <p:cxnSp>
        <p:nvCxnSpPr>
          <p:cNvPr id="93" name=""/>
          <p:cNvCxnSpPr/>
          <p:nvPr/>
        </p:nvCxnSpPr>
        <p:spPr>
          <a:xfrm xmlns:a="http://schemas.openxmlformats.org/drawingml/2006/main">
            <a:off x="6953250" y="3248025"/>
            <a:ext cx="3714750" cy="0"/>
          </a:xfrm>
          <a:prstGeom xmlns:a="http://schemas.openxmlformats.org/drawingml/2006/main" prst="straightConnector1">
            <a:avLst/>
          </a:prstGeom>
          <a:ln xmlns:a="http://schemas.openxmlformats.org/drawingml/2006/main" w="9525">
            <a:solidFill>
              <a:srgbClr val="4A5260"/>
            </a:solidFill>
            <a:prstDash val="solid"/>
          </a:ln>
        </p:spPr>
      </p:cxnSp>
      <p:sp>
        <p:nvSpPr>
          <p:cNvPr id="31" name="">
            <a:extLst xmlns:a="http://schemas.openxmlformats.org/drawingml/2006/main">
              <a:ext uri="{FF2B5EF4-FFF2-40B4-BE49-F238E27FC236}">
                <a16:creationId xmlns:a16="http://schemas.microsoft.com/office/drawing/2014/main" id="{724B710B-93AD-4F55-860C-8F692366B170}"/>
              </a:ext>
            </a:extLst>
          </p:cNvPr>
          <p:cNvSpPr>
            <a:spLocks xmlns:a="http://schemas.openxmlformats.org/drawingml/2006/main" noGrp="1"/>
          </p:cNvSpPr>
          <p:nvPr/>
        </p:nvSpPr>
        <p:spPr>
          <a:xfrm xmlns:a="http://schemas.openxmlformats.org/drawingml/2006/main">
            <a:off x="6953250" y="3533775"/>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THE SAME PATTERN EXTENDS TO</a:t>
            </a:r>
          </a:p>
        </p:txBody>
      </p:sp>
      <p:sp>
        <p:nvSpPr>
          <p:cNvPr id="32" name="">
            <a:extLst xmlns:a="http://schemas.openxmlformats.org/drawingml/2006/main">
              <a:ext uri="{FF2B5EF4-FFF2-40B4-BE49-F238E27FC236}">
                <a16:creationId xmlns:a16="http://schemas.microsoft.com/office/drawing/2014/main" id="{EA0685BA-B383-4726-A0BD-88A9CEA8E137}"/>
              </a:ext>
            </a:extLst>
          </p:cNvPr>
          <p:cNvSpPr>
            <a:spLocks xmlns:a="http://schemas.openxmlformats.org/drawingml/2006/main" noGrp="1"/>
          </p:cNvSpPr>
          <p:nvPr/>
        </p:nvSpPr>
        <p:spPr>
          <a:xfrm xmlns:a="http://schemas.openxmlformats.org/drawingml/2006/main">
            <a:off x="6953250" y="3886200"/>
            <a:ext cx="3714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5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Bookings</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Support</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Learning</a:t>
            </a:r>
          </a:p>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Memberships</a:t>
            </a:r>
          </a:p>
        </p:txBody>
      </p:sp>
      <p:sp>
        <p:nvSpPr>
          <p:cNvPr id="33" name="">
            <a:extLst xmlns:a="http://schemas.openxmlformats.org/drawingml/2006/main">
              <a:ext uri="{FF2B5EF4-FFF2-40B4-BE49-F238E27FC236}">
                <a16:creationId xmlns:a16="http://schemas.microsoft.com/office/drawing/2014/main" id="{97471E82-3677-49C6-8FC7-0A2AE03A63E0}"/>
              </a:ext>
            </a:extLst>
          </p:cNvPr>
          <p:cNvSpPr>
            <a:spLocks xmlns:a="http://schemas.openxmlformats.org/drawingml/2006/main" noGrp="1"/>
          </p:cNvSpPr>
          <p:nvPr/>
        </p:nvSpPr>
        <p:spPr>
          <a:xfrm xmlns:a="http://schemas.openxmlformats.org/drawingml/2006/main">
            <a:off x="6667500" y="5391150"/>
            <a:ext cx="459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EXTENSIONS OF THE PATTERN—NOT V0.1 CLAIMS.</a:t>
            </a:r>
          </a:p>
        </p:txBody>
      </p:sp>
    </p:spTree>
    <p:extLst>
      <p:ext uri="{BB962C8B-B14F-4D97-AF65-F5344CB8AC3E}">
        <p14:creationId xmlns:p14="http://schemas.microsoft.com/office/powerpoint/2010/main" val="834199393"/>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2F206D1-68DC-4170-A572-6962F88878F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THE LIVE DEMO</a:t>
            </a:r>
          </a:p>
        </p:txBody>
      </p:sp>
      <p:sp>
        <p:nvSpPr>
          <p:cNvPr id="2" name="">
            <a:extLst xmlns:a="http://schemas.openxmlformats.org/drawingml/2006/main">
              <a:ext uri="{FF2B5EF4-FFF2-40B4-BE49-F238E27FC236}">
                <a16:creationId xmlns:a16="http://schemas.microsoft.com/office/drawing/2014/main" id="{C6D08B40-9DED-4FCC-9DF8-6C0A927779A6}"/>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154"/>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One clean session tests success, honesty, attribution, and control.</a:t>
            </a:r>
          </a:p>
        </p:txBody>
      </p:sp>
      <p:cxnSp>
        <p:nvCxnSpPr>
          <p:cNvPr id="31"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35FFFC05-70F6-4021-ABC2-41F3F496EDAF}"/>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BEA235CA-1E92-4CE1-8624-A4E0FBBBDA87}"/>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33719174cb54f71"/>
          <a:srcRect xmlns:a="http://schemas.openxmlformats.org/drawingml/2006/main" l="11607" t="0" r="11607" b="0"/>
          <a:stretch xmlns:a="http://schemas.openxmlformats.org/drawingml/2006/main">
            <a:fillRect l="0" t="0" r="0" b="0"/>
          </a:stretch>
        </p:blipFill>
        <p:spPr>
          <a:xfrm xmlns:a="http://schemas.openxmlformats.org/drawingml/2006/main">
            <a:off x="6743700" y="1600200"/>
            <a:ext cx="4914900" cy="4000500"/>
          </a:xfrm>
          <a:prstGeom xmlns:a="http://schemas.openxmlformats.org/drawingml/2006/main" prst="roundRect">
            <a:avLst>
              <a:gd name="adj" fmla="val 2857"/>
            </a:avLst>
          </a:prstGeom>
        </p:spPr>
      </p:pic>
      <p:sp>
        <p:nvSpPr>
          <p:cNvPr id="7" name="">
            <a:extLst xmlns:a="http://schemas.openxmlformats.org/drawingml/2006/main">
              <a:ext uri="{FF2B5EF4-FFF2-40B4-BE49-F238E27FC236}">
                <a16:creationId xmlns:a16="http://schemas.microsoft.com/office/drawing/2014/main" id="{582F6D94-58FE-42C3-8B99-1CBADD1D9A21}"/>
              </a:ext>
            </a:extLst>
          </p:cNvPr>
          <p:cNvSpPr>
            <a:spLocks xmlns:a="http://schemas.openxmlformats.org/drawingml/2006/main" noGrp="1"/>
          </p:cNvSpPr>
          <p:nvPr/>
        </p:nvSpPr>
        <p:spPr>
          <a:xfrm xmlns:a="http://schemas.openxmlformats.org/drawingml/2006/main">
            <a:off x="533400" y="17526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A41FE9-CA85-4939-BCB0-689FD4492324}"/>
              </a:ext>
            </a:extLst>
          </p:cNvPr>
          <p:cNvSpPr>
            <a:spLocks xmlns:a="http://schemas.openxmlformats.org/drawingml/2006/main" noGrp="1"/>
          </p:cNvSpPr>
          <p:nvPr/>
        </p:nvSpPr>
        <p:spPr>
          <a:xfrm xmlns:a="http://schemas.openxmlformats.org/drawingml/2006/main">
            <a:off x="533400" y="19240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01</a:t>
            </a:r>
          </a:p>
        </p:txBody>
      </p:sp>
      <p:sp>
        <p:nvSpPr>
          <p:cNvPr id="9" name="">
            <a:extLst xmlns:a="http://schemas.openxmlformats.org/drawingml/2006/main">
              <a:ext uri="{FF2B5EF4-FFF2-40B4-BE49-F238E27FC236}">
                <a16:creationId xmlns:a16="http://schemas.microsoft.com/office/drawing/2014/main" id="{14BC8C0B-17F2-4E0D-9067-F5DAF967A530}"/>
              </a:ext>
            </a:extLst>
          </p:cNvPr>
          <p:cNvSpPr>
            <a:spLocks xmlns:a="http://schemas.openxmlformats.org/drawingml/2006/main" noGrp="1"/>
          </p:cNvSpPr>
          <p:nvPr/>
        </p:nvSpPr>
        <p:spPr>
          <a:xfrm xmlns:a="http://schemas.openxmlformats.org/drawingml/2006/main">
            <a:off x="1257300" y="17716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SHOP</a:t>
            </a:r>
          </a:p>
        </p:txBody>
      </p:sp>
      <p:sp>
        <p:nvSpPr>
          <p:cNvPr id="10" name="">
            <a:extLst xmlns:a="http://schemas.openxmlformats.org/drawingml/2006/main">
              <a:ext uri="{FF2B5EF4-FFF2-40B4-BE49-F238E27FC236}">
                <a16:creationId xmlns:a16="http://schemas.microsoft.com/office/drawing/2014/main" id="{1ACDCE1F-640F-4DD7-AF03-D4C6A7C3124F}"/>
              </a:ext>
            </a:extLst>
          </p:cNvPr>
          <p:cNvSpPr>
            <a:spLocks xmlns:a="http://schemas.openxmlformats.org/drawingml/2006/main" noGrp="1"/>
          </p:cNvSpPr>
          <p:nvPr/>
        </p:nvSpPr>
        <p:spPr>
          <a:xfrm xmlns:a="http://schemas.openxmlformats.org/drawingml/2006/main">
            <a:off x="1257300" y="20383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Search · compare · policy · cart</a:t>
            </a:r>
          </a:p>
        </p:txBody>
      </p:sp>
      <p:sp>
        <p:nvSpPr>
          <p:cNvPr id="11" name="">
            <a:extLst xmlns:a="http://schemas.openxmlformats.org/drawingml/2006/main">
              <a:ext uri="{FF2B5EF4-FFF2-40B4-BE49-F238E27FC236}">
                <a16:creationId xmlns:a16="http://schemas.microsoft.com/office/drawing/2014/main" id="{BAE315D3-BBEF-4905-A807-343672E71F65}"/>
              </a:ext>
            </a:extLst>
          </p:cNvPr>
          <p:cNvSpPr>
            <a:spLocks xmlns:a="http://schemas.openxmlformats.org/drawingml/2006/main" noGrp="1"/>
          </p:cNvSpPr>
          <p:nvPr/>
        </p:nvSpPr>
        <p:spPr>
          <a:xfrm xmlns:a="http://schemas.openxmlformats.org/drawingml/2006/main">
            <a:off x="533400" y="272415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35485-E299-492B-9CE8-F9AB1C9E9352}"/>
              </a:ext>
            </a:extLst>
          </p:cNvPr>
          <p:cNvSpPr>
            <a:spLocks xmlns:a="http://schemas.openxmlformats.org/drawingml/2006/main" noGrp="1"/>
          </p:cNvSpPr>
          <p:nvPr/>
        </p:nvSpPr>
        <p:spPr>
          <a:xfrm xmlns:a="http://schemas.openxmlformats.org/drawingml/2006/main">
            <a:off x="533400" y="28956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02</a:t>
            </a:r>
          </a:p>
        </p:txBody>
      </p:sp>
      <p:sp>
        <p:nvSpPr>
          <p:cNvPr id="13" name="">
            <a:extLst xmlns:a="http://schemas.openxmlformats.org/drawingml/2006/main">
              <a:ext uri="{FF2B5EF4-FFF2-40B4-BE49-F238E27FC236}">
                <a16:creationId xmlns:a16="http://schemas.microsoft.com/office/drawing/2014/main" id="{54864E8A-F208-4E16-9E10-8FC5F5A9BCB5}"/>
              </a:ext>
            </a:extLst>
          </p:cNvPr>
          <p:cNvSpPr>
            <a:spLocks xmlns:a="http://schemas.openxmlformats.org/drawingml/2006/main" noGrp="1"/>
          </p:cNvSpPr>
          <p:nvPr/>
        </p:nvSpPr>
        <p:spPr>
          <a:xfrm xmlns:a="http://schemas.openxmlformats.org/drawingml/2006/main">
            <a:off x="1257300" y="2743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BE HONEST</a:t>
            </a:r>
          </a:p>
        </p:txBody>
      </p:sp>
      <p:sp>
        <p:nvSpPr>
          <p:cNvPr id="14" name="">
            <a:extLst xmlns:a="http://schemas.openxmlformats.org/drawingml/2006/main">
              <a:ext uri="{FF2B5EF4-FFF2-40B4-BE49-F238E27FC236}">
                <a16:creationId xmlns:a16="http://schemas.microsoft.com/office/drawing/2014/main" id="{0CE627F9-BE03-41D8-B943-073D68D5EE19}"/>
              </a:ext>
            </a:extLst>
          </p:cNvPr>
          <p:cNvSpPr>
            <a:spLocks xmlns:a="http://schemas.openxmlformats.org/drawingml/2006/main" noGrp="1"/>
          </p:cNvSpPr>
          <p:nvPr/>
        </p:nvSpPr>
        <p:spPr>
          <a:xfrm xmlns:a="http://schemas.openxmlformats.org/drawingml/2006/main">
            <a:off x="1257300" y="30099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Record an unsupported alert</a:t>
            </a:r>
          </a:p>
        </p:txBody>
      </p:sp>
      <p:sp>
        <p:nvSpPr>
          <p:cNvPr id="15" name="">
            <a:extLst xmlns:a="http://schemas.openxmlformats.org/drawingml/2006/main">
              <a:ext uri="{FF2B5EF4-FFF2-40B4-BE49-F238E27FC236}">
                <a16:creationId xmlns:a16="http://schemas.microsoft.com/office/drawing/2014/main" id="{028A6694-AE5D-4207-9156-884194ADCA60}"/>
              </a:ext>
            </a:extLst>
          </p:cNvPr>
          <p:cNvSpPr>
            <a:spLocks xmlns:a="http://schemas.openxmlformats.org/drawingml/2006/main" noGrp="1"/>
          </p:cNvSpPr>
          <p:nvPr/>
        </p:nvSpPr>
        <p:spPr>
          <a:xfrm xmlns:a="http://schemas.openxmlformats.org/drawingml/2006/main">
            <a:off x="533400" y="3695700"/>
            <a:ext cx="495300" cy="495300"/>
          </a:xfrm>
          <a:prstGeom xmlns:a="http://schemas.openxmlformats.org/drawingml/2006/main" prst="roundRect">
            <a:avLst>
              <a:gd name="adj" fmla="val 23077"/>
            </a:avLst>
          </a:prstGeom>
          <a:solidFill xmlns:a="http://schemas.openxmlformats.org/drawingml/2006/main">
            <a:srgbClr val="11111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29481B5-2D99-4937-BB72-D32153B0A452}"/>
              </a:ext>
            </a:extLst>
          </p:cNvPr>
          <p:cNvSpPr>
            <a:spLocks xmlns:a="http://schemas.openxmlformats.org/drawingml/2006/main" noGrp="1"/>
          </p:cNvSpPr>
          <p:nvPr/>
        </p:nvSpPr>
        <p:spPr>
          <a:xfrm xmlns:a="http://schemas.openxmlformats.org/drawingml/2006/main">
            <a:off x="533400" y="386715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03</a:t>
            </a:r>
          </a:p>
        </p:txBody>
      </p:sp>
      <p:sp>
        <p:nvSpPr>
          <p:cNvPr id="17" name="">
            <a:extLst xmlns:a="http://schemas.openxmlformats.org/drawingml/2006/main">
              <a:ext uri="{FF2B5EF4-FFF2-40B4-BE49-F238E27FC236}">
                <a16:creationId xmlns:a16="http://schemas.microsoft.com/office/drawing/2014/main" id="{BA269815-6AAF-4ADA-A6B8-89FEB84438C2}"/>
              </a:ext>
            </a:extLst>
          </p:cNvPr>
          <p:cNvSpPr>
            <a:spLocks xmlns:a="http://schemas.openxmlformats.org/drawingml/2006/main" noGrp="1"/>
          </p:cNvSpPr>
          <p:nvPr/>
        </p:nvSpPr>
        <p:spPr>
          <a:xfrm xmlns:a="http://schemas.openxmlformats.org/drawingml/2006/main">
            <a:off x="1257300" y="37147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HAND OFF</a:t>
            </a:r>
          </a:p>
        </p:txBody>
      </p:sp>
      <p:sp>
        <p:nvSpPr>
          <p:cNvPr id="18" name="">
            <a:extLst xmlns:a="http://schemas.openxmlformats.org/drawingml/2006/main">
              <a:ext uri="{FF2B5EF4-FFF2-40B4-BE49-F238E27FC236}">
                <a16:creationId xmlns:a16="http://schemas.microsoft.com/office/drawing/2014/main" id="{349D8171-D562-4F45-87B2-2400A45367EC}"/>
              </a:ext>
            </a:extLst>
          </p:cNvPr>
          <p:cNvSpPr>
            <a:spLocks xmlns:a="http://schemas.openxmlformats.org/drawingml/2006/main" noGrp="1"/>
          </p:cNvSpPr>
          <p:nvPr/>
        </p:nvSpPr>
        <p:spPr>
          <a:xfrm xmlns:a="http://schemas.openxmlformats.org/drawingml/2006/main">
            <a:off x="1257300" y="39814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Human places a no-charge order</a:t>
            </a:r>
          </a:p>
        </p:txBody>
      </p:sp>
      <p:sp>
        <p:nvSpPr>
          <p:cNvPr id="19" name="">
            <a:extLst xmlns:a="http://schemas.openxmlformats.org/drawingml/2006/main">
              <a:ext uri="{FF2B5EF4-FFF2-40B4-BE49-F238E27FC236}">
                <a16:creationId xmlns:a16="http://schemas.microsoft.com/office/drawing/2014/main" id="{ADA56AC9-E536-407B-B0EA-9D5460E0119E}"/>
              </a:ext>
            </a:extLst>
          </p:cNvPr>
          <p:cNvSpPr>
            <a:spLocks xmlns:a="http://schemas.openxmlformats.org/drawingml/2006/main" noGrp="1"/>
          </p:cNvSpPr>
          <p:nvPr/>
        </p:nvSpPr>
        <p:spPr>
          <a:xfrm xmlns:a="http://schemas.openxmlformats.org/drawingml/2006/main">
            <a:off x="533400" y="4667250"/>
            <a:ext cx="495300" cy="495300"/>
          </a:xfrm>
          <a:prstGeom xmlns:a="http://schemas.openxmlformats.org/drawingml/2006/main" prst="roundRect">
            <a:avLst>
              <a:gd name="adj" fmla="val 23077"/>
            </a:avLst>
          </a:prstGeom>
          <a:solidFill xmlns:a="http://schemas.openxmlformats.org/drawingml/2006/main">
            <a:srgbClr val="1769F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04FE80-AC41-4D5D-9C7E-85BB1EF6992A}"/>
              </a:ext>
            </a:extLst>
          </p:cNvPr>
          <p:cNvSpPr>
            <a:spLocks xmlns:a="http://schemas.openxmlformats.org/drawingml/2006/main" noGrp="1"/>
          </p:cNvSpPr>
          <p:nvPr/>
        </p:nvSpPr>
        <p:spPr>
          <a:xfrm xmlns:a="http://schemas.openxmlformats.org/drawingml/2006/main">
            <a:off x="533400" y="4838700"/>
            <a:ext cx="495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i="0">
                <a:solidFill>
                  <a:srgbClr val="FFFFFF"/>
                </a:solidFill>
                <a:latin typeface="Menlo"/>
                <a:ea typeface="Menlo"/>
                <a:cs typeface="Menlo"/>
              </a:defRPr>
            </a:pPr>
            <a:r>
              <a:rPr sz="900" b="1" i="0">
                <a:solidFill>
                  <a:srgbClr val="FFFFFF"/>
                </a:solidFill>
                <a:latin typeface="Menlo"/>
                <a:ea typeface="Menlo"/>
                <a:cs typeface="Menlo"/>
              </a:rPr>
              <a:t>04</a:t>
            </a:r>
          </a:p>
        </p:txBody>
      </p:sp>
      <p:sp>
        <p:nvSpPr>
          <p:cNvPr id="21" name="">
            <a:extLst xmlns:a="http://schemas.openxmlformats.org/drawingml/2006/main">
              <a:ext uri="{FF2B5EF4-FFF2-40B4-BE49-F238E27FC236}">
                <a16:creationId xmlns:a16="http://schemas.microsoft.com/office/drawing/2014/main" id="{B65A7790-01EA-410F-8777-07730EEAA4FC}"/>
              </a:ext>
            </a:extLst>
          </p:cNvPr>
          <p:cNvSpPr>
            <a:spLocks xmlns:a="http://schemas.openxmlformats.org/drawingml/2006/main" noGrp="1"/>
          </p:cNvSpPr>
          <p:nvPr/>
        </p:nvSpPr>
        <p:spPr>
          <a:xfrm xmlns:a="http://schemas.openxmlformats.org/drawingml/2006/main">
            <a:off x="1257300" y="46863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INVESTIGATE</a:t>
            </a:r>
          </a:p>
        </p:txBody>
      </p:sp>
      <p:sp>
        <p:nvSpPr>
          <p:cNvPr id="22" name="">
            <a:extLst xmlns:a="http://schemas.openxmlformats.org/drawingml/2006/main">
              <a:ext uri="{FF2B5EF4-FFF2-40B4-BE49-F238E27FC236}">
                <a16:creationId xmlns:a16="http://schemas.microsoft.com/office/drawing/2014/main" id="{7F69896F-1742-4BBE-92F8-9E58A5F7A81B}"/>
              </a:ext>
            </a:extLst>
          </p:cNvPr>
          <p:cNvSpPr>
            <a:spLocks xmlns:a="http://schemas.openxmlformats.org/drawingml/2006/main" noGrp="1"/>
          </p:cNvSpPr>
          <p:nvPr/>
        </p:nvSpPr>
        <p:spPr>
          <a:xfrm xmlns:a="http://schemas.openxmlformats.org/drawingml/2006/main">
            <a:off x="1257300" y="49530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Replay · attribute · restrict</a:t>
            </a:r>
          </a:p>
        </p:txBody>
      </p:sp>
      <p:sp>
        <p:nvSpPr>
          <p:cNvPr id="23" name="">
            <a:extLst xmlns:a="http://schemas.openxmlformats.org/drawingml/2006/main">
              <a:ext uri="{FF2B5EF4-FFF2-40B4-BE49-F238E27FC236}">
                <a16:creationId xmlns:a16="http://schemas.microsoft.com/office/drawing/2014/main" id="{94AD208E-66D1-4767-8C27-677AA9EAC43E}"/>
              </a:ext>
            </a:extLst>
          </p:cNvPr>
          <p:cNvSpPr>
            <a:spLocks xmlns:a="http://schemas.openxmlformats.org/drawingml/2006/main" noGrp="1"/>
          </p:cNvSpPr>
          <p:nvPr/>
        </p:nvSpPr>
        <p:spPr>
          <a:xfrm xmlns:a="http://schemas.openxmlformats.org/drawingml/2006/main">
            <a:off x="533400" y="5753100"/>
            <a:ext cx="11125200" cy="419100"/>
          </a:xfrm>
          <a:prstGeom xmlns:a="http://schemas.openxmlformats.org/drawingml/2006/main" prst="roundRect">
            <a:avLst>
              <a:gd name="adj" fmla="val 27273"/>
            </a:avLst>
          </a:prstGeom>
          <a:solidFill xmlns:a="http://schemas.openxmlformats.org/drawingml/2006/main">
            <a:srgbClr val="DCE8F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E906F8-0279-4711-B931-93596A592179}"/>
              </a:ext>
            </a:extLst>
          </p:cNvPr>
          <p:cNvSpPr>
            <a:spLocks xmlns:a="http://schemas.openxmlformats.org/drawingml/2006/main" noGrp="1"/>
          </p:cNvSpPr>
          <p:nvPr/>
        </p:nvSpPr>
        <p:spPr>
          <a:xfrm xmlns:a="http://schemas.openxmlformats.org/drawingml/2006/main">
            <a:off x="723900" y="5895975"/>
            <a:ext cx="8096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START FRESH DEMO → SAME BROWSER SCOPE → NO MIXED TEST TRAFFIC</a:t>
            </a:r>
          </a:p>
        </p:txBody>
      </p:sp>
    </p:spTree>
    <p:extLst>
      <p:ext uri="{BB962C8B-B14F-4D97-AF65-F5344CB8AC3E}">
        <p14:creationId xmlns:p14="http://schemas.microsoft.com/office/powerpoint/2010/main" val="13211862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F6CEE9-90C6-4B85-B87B-5C29CF50517B}"/>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DEMO EVIDENCE</a:t>
            </a:r>
          </a:p>
        </p:txBody>
      </p:sp>
      <p:sp>
        <p:nvSpPr>
          <p:cNvPr id="2" name="">
            <a:extLst xmlns:a="http://schemas.openxmlformats.org/drawingml/2006/main">
              <a:ext uri="{FF2B5EF4-FFF2-40B4-BE49-F238E27FC236}">
                <a16:creationId xmlns:a16="http://schemas.microsoft.com/office/drawing/2014/main" id="{6A00F12C-A32B-4939-907C-100587128454}"/>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agent’s actions remain visible to the shopper.</a:t>
            </a:r>
          </a:p>
        </p:txBody>
      </p:sp>
      <p:cxnSp>
        <p:nvCxnSpPr>
          <p:cNvPr id="24"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26CE402F-0BDA-4BBD-B2CA-827DC05999D0}"/>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6154ED1-6CE3-4876-8B72-FED4A9EBD28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08</a:t>
            </a:r>
          </a:p>
        </p:txBody>
      </p:sp>
      <p:sp>
        <p:nvSpPr>
          <p:cNvPr id="6" name="">
            <a:extLst xmlns:a="http://schemas.openxmlformats.org/drawingml/2006/main">
              <a:ext uri="{FF2B5EF4-FFF2-40B4-BE49-F238E27FC236}">
                <a16:creationId xmlns:a16="http://schemas.microsoft.com/office/drawing/2014/main" id="{E640FAAB-11C4-4872-89D4-686BCAD659B1}"/>
              </a:ext>
            </a:extLst>
          </p:cNvPr>
          <p:cNvSpPr>
            <a:spLocks xmlns:a="http://schemas.openxmlformats.org/drawingml/2006/main" noGrp="1"/>
          </p:cNvSpPr>
          <p:nvPr/>
        </p:nvSpPr>
        <p:spPr>
          <a:xfrm xmlns:a="http://schemas.openxmlformats.org/drawingml/2006/main">
            <a:off x="533400" y="1638300"/>
            <a:ext cx="2571750" cy="4210050"/>
          </a:xfrm>
          <a:prstGeom xmlns:a="http://schemas.openxmlformats.org/drawingml/2006/main" prst="roundRect">
            <a:avLst>
              <a:gd name="adj" fmla="val 4444"/>
            </a:avLst>
          </a:prstGeom>
          <a:solidFill xmlns:a="http://schemas.openxmlformats.org/drawingml/2006/main">
            <a:srgbClr val="111111"/>
          </a:solidFill>
          <a:ln xmlns:a="http://schemas.openxmlformats.org/drawingml/2006/main" w="9525">
            <a:solidFill>
              <a:srgbClr val="111111"/>
            </a:solidFill>
            <a:prstDash val="solid"/>
          </a:ln>
        </p:spPr>
      </p:sp>
      <p:sp>
        <p:nvSpPr>
          <p:cNvPr id="7" name="">
            <a:extLst xmlns:a="http://schemas.openxmlformats.org/drawingml/2006/main">
              <a:ext uri="{FF2B5EF4-FFF2-40B4-BE49-F238E27FC236}">
                <a16:creationId xmlns:a16="http://schemas.microsoft.com/office/drawing/2014/main" id="{B1031822-B2EC-4F7B-BB49-D630F6B1662E}"/>
              </a:ext>
            </a:extLst>
          </p:cNvPr>
          <p:cNvSpPr>
            <a:spLocks xmlns:a="http://schemas.openxmlformats.org/drawingml/2006/main" noGrp="1"/>
          </p:cNvSpPr>
          <p:nvPr/>
        </p:nvSpPr>
        <p:spPr>
          <a:xfrm xmlns:a="http://schemas.openxmlformats.org/drawingml/2006/main">
            <a:off x="781050" y="19240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LIVE SESSION</a:t>
            </a:r>
          </a:p>
        </p:txBody>
      </p:sp>
      <p:sp>
        <p:nvSpPr>
          <p:cNvPr id="8" name="">
            <a:extLst xmlns:a="http://schemas.openxmlformats.org/drawingml/2006/main">
              <a:ext uri="{FF2B5EF4-FFF2-40B4-BE49-F238E27FC236}">
                <a16:creationId xmlns:a16="http://schemas.microsoft.com/office/drawing/2014/main" id="{01CC28C3-782D-4016-B44A-9EFF60A0D183}"/>
              </a:ext>
            </a:extLst>
          </p:cNvPr>
          <p:cNvSpPr>
            <a:spLocks xmlns:a="http://schemas.openxmlformats.org/drawingml/2006/main" noGrp="1"/>
          </p:cNvSpPr>
          <p:nvPr/>
        </p:nvSpPr>
        <p:spPr>
          <a:xfrm xmlns:a="http://schemas.openxmlformats.org/drawingml/2006/main">
            <a:off x="781050" y="2343150"/>
            <a:ext cx="2000250" cy="1981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Search</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Compare</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Return policy</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Cart write</a:t>
            </a:r>
          </a:p>
          <a:p xmlns:a="http://schemas.openxmlformats.org/drawingml/2006/main">
            <a:pPr algn="l">
              <a:buNone/>
              <a:defRPr sz="2025" b="1" i="0">
                <a:solidFill>
                  <a:srgbClr val="FFFFFF"/>
                </a:solidFill>
                <a:latin typeface="Helvetica Neue"/>
                <a:ea typeface="Helvetica Neue"/>
                <a:cs typeface="Helvetica Neue"/>
              </a:defRPr>
            </a:pPr>
            <a:r>
              <a:rPr sz="2025" b="1" i="0">
                <a:solidFill>
                  <a:srgbClr val="FFFFFF"/>
                </a:solidFill>
                <a:latin typeface="Helvetica Neue"/>
                <a:ea typeface="Helvetica Neue"/>
                <a:cs typeface="Helvetica Neue"/>
              </a:rPr>
              <a:t>Checkout handoff</a:t>
            </a:r>
          </a:p>
        </p:txBody>
      </p:sp>
      <p:cxnSp>
        <p:nvCxnSpPr>
          <p:cNvPr id="30" name=""/>
          <p:cNvCxnSpPr/>
          <p:nvPr/>
        </p:nvCxnSpPr>
        <p:spPr>
          <a:xfrm xmlns:a="http://schemas.openxmlformats.org/drawingml/2006/main">
            <a:off x="781050" y="4572000"/>
            <a:ext cx="1847850" cy="0"/>
          </a:xfrm>
          <a:prstGeom xmlns:a="http://schemas.openxmlformats.org/drawingml/2006/main" prst="straightConnector1">
            <a:avLst/>
          </a:prstGeom>
          <a:ln xmlns:a="http://schemas.openxmlformats.org/drawingml/2006/main" w="9525">
            <a:solidFill>
              <a:srgbClr val="4A5260"/>
            </a:solidFill>
            <a:prstDash val="solid"/>
          </a:ln>
        </p:spPr>
      </p:cxnSp>
      <p:sp>
        <p:nvSpPr>
          <p:cNvPr id="10" name="">
            <a:extLst xmlns:a="http://schemas.openxmlformats.org/drawingml/2006/main">
              <a:ext uri="{FF2B5EF4-FFF2-40B4-BE49-F238E27FC236}">
                <a16:creationId xmlns:a16="http://schemas.microsoft.com/office/drawing/2014/main" id="{FBFA6FA3-984A-4296-986D-5C66FF0CB9D3}"/>
              </a:ext>
            </a:extLst>
          </p:cNvPr>
          <p:cNvSpPr>
            <a:spLocks xmlns:a="http://schemas.openxmlformats.org/drawingml/2006/main" noGrp="1"/>
          </p:cNvSpPr>
          <p:nvPr/>
        </p:nvSpPr>
        <p:spPr>
          <a:xfrm xmlns:a="http://schemas.openxmlformats.org/drawingml/2006/main">
            <a:off x="781050" y="4819650"/>
            <a:ext cx="1885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19"/>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REVERSIBLE UNTIL HUMAN CHECKPOINT</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b12a6a63651443f"/>
          <a:srcRect xmlns:a="http://schemas.openxmlformats.org/drawingml/2006/main" l="0" t="9356" r="0" b="9356"/>
          <a:stretch xmlns:a="http://schemas.openxmlformats.org/drawingml/2006/main">
            <a:fillRect l="0" t="0" r="0" b="0"/>
          </a:stretch>
        </p:blipFill>
        <p:spPr>
          <a:xfrm xmlns:a="http://schemas.openxmlformats.org/drawingml/2006/main">
            <a:off x="3371850" y="1638300"/>
            <a:ext cx="8286750" cy="4210050"/>
          </a:xfrm>
          <a:prstGeom xmlns:a="http://schemas.openxmlformats.org/drawingml/2006/main" prst="roundRect">
            <a:avLst>
              <a:gd name="adj" fmla="val 2715"/>
            </a:avLst>
          </a:prstGeom>
        </p:spPr>
      </p:pic>
    </p:spTree>
    <p:extLst>
      <p:ext uri="{BB962C8B-B14F-4D97-AF65-F5344CB8AC3E}">
        <p14:creationId xmlns:p14="http://schemas.microsoft.com/office/powerpoint/2010/main" val="151074027"/>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9166E49-1E1C-4EBD-A7B9-D47BAF364FCC}"/>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OUTCOME TRUTH</a:t>
            </a:r>
          </a:p>
        </p:txBody>
      </p:sp>
      <p:sp>
        <p:nvSpPr>
          <p:cNvPr id="2" name="">
            <a:extLst xmlns:a="http://schemas.openxmlformats.org/drawingml/2006/main">
              <a:ext uri="{FF2B5EF4-FFF2-40B4-BE49-F238E27FC236}">
                <a16:creationId xmlns:a16="http://schemas.microsoft.com/office/drawing/2014/main" id="{82523128-9C43-47D0-9273-ECA14675B6A0}"/>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106"/>
          </a:bodyPr>
          <a:lstStyle xmlns:a="http://schemas.openxmlformats.org/drawingml/2006/main"/>
          <a:p xmlns:a="http://schemas.openxmlformats.org/drawingml/2006/main">
            <a:pPr algn="l">
              <a:buNone/>
              <a:defRPr sz="2925" b="1" i="0">
                <a:solidFill>
                  <a:srgbClr val="111111"/>
                </a:solidFill>
                <a:latin typeface="Helvetica Neue"/>
                <a:ea typeface="Helvetica Neue"/>
                <a:cs typeface="Helvetica Neue"/>
              </a:defRPr>
            </a:pPr>
            <a:r>
              <a:rPr sz="2925" b="1" i="0">
                <a:solidFill>
                  <a:srgbClr val="111111"/>
                </a:solidFill>
                <a:latin typeface="Helvetica Neue"/>
                <a:ea typeface="Helvetica Neue"/>
                <a:cs typeface="Helvetica Neue"/>
              </a:rPr>
              <a:t>Replay the path. Credit only matching evidence. Close the loop.</a:t>
            </a:r>
          </a:p>
        </p:txBody>
      </p:sp>
      <p:cxnSp>
        <p:nvCxnSpPr>
          <p:cNvPr id="25"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AF3E24CE-48CB-47EB-BF41-CAEBD82A06FA}"/>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89523AC4-03DD-4085-A188-99E5703E4AA3}"/>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09</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ce80d4520b74eed"/>
          <a:srcRect xmlns:a="http://schemas.openxmlformats.org/drawingml/2006/main" l="316" t="0" r="316" b="0"/>
          <a:stretch xmlns:a="http://schemas.openxmlformats.org/drawingml/2006/main">
            <a:fillRect l="0" t="0" r="0" b="0"/>
          </a:stretch>
        </p:blipFill>
        <p:spPr>
          <a:xfrm xmlns:a="http://schemas.openxmlformats.org/drawingml/2006/main">
            <a:off x="533400" y="1676400"/>
            <a:ext cx="5391150" cy="3390900"/>
          </a:xfrm>
          <a:prstGeom xmlns:a="http://schemas.openxmlformats.org/drawingml/2006/main" prst="roundRect">
            <a:avLst>
              <a:gd name="adj" fmla="val 3371"/>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692bcf373018434d"/>
          <a:srcRect xmlns:a="http://schemas.openxmlformats.org/drawingml/2006/main" l="0" t="383" r="0" b="383"/>
          <a:stretch xmlns:a="http://schemas.openxmlformats.org/drawingml/2006/main">
            <a:fillRect l="0" t="0" r="0" b="0"/>
          </a:stretch>
        </p:blipFill>
        <p:spPr>
          <a:xfrm xmlns:a="http://schemas.openxmlformats.org/drawingml/2006/main">
            <a:off x="6191250" y="1676400"/>
            <a:ext cx="5467350" cy="3390900"/>
          </a:xfrm>
          <a:prstGeom xmlns:a="http://schemas.openxmlformats.org/drawingml/2006/main" prst="roundRect">
            <a:avLst>
              <a:gd name="adj" fmla="val 3371"/>
            </a:avLst>
          </a:prstGeom>
        </p:spPr>
      </p:pic>
      <p:sp>
        <p:nvSpPr>
          <p:cNvPr id="8" name="">
            <a:extLst xmlns:a="http://schemas.openxmlformats.org/drawingml/2006/main">
              <a:ext uri="{FF2B5EF4-FFF2-40B4-BE49-F238E27FC236}">
                <a16:creationId xmlns:a16="http://schemas.microsoft.com/office/drawing/2014/main" id="{726B7169-2951-44AA-9E86-D410704C57D9}"/>
              </a:ext>
            </a:extLst>
          </p:cNvPr>
          <p:cNvSpPr>
            <a:spLocks xmlns:a="http://schemas.openxmlformats.org/drawingml/2006/main" noGrp="1"/>
          </p:cNvSpPr>
          <p:nvPr/>
        </p:nvSpPr>
        <p:spPr>
          <a:xfrm xmlns:a="http://schemas.openxmlformats.org/drawingml/2006/main">
            <a:off x="5334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DIRECT</a:t>
            </a:r>
          </a:p>
        </p:txBody>
      </p:sp>
      <p:sp>
        <p:nvSpPr>
          <p:cNvPr id="9" name="">
            <a:extLst xmlns:a="http://schemas.openxmlformats.org/drawingml/2006/main">
              <a:ext uri="{FF2B5EF4-FFF2-40B4-BE49-F238E27FC236}">
                <a16:creationId xmlns:a16="http://schemas.microsoft.com/office/drawing/2014/main" id="{6AF3AD62-7555-4A43-A56C-1E74B6E8C422}"/>
              </a:ext>
            </a:extLst>
          </p:cNvPr>
          <p:cNvSpPr>
            <a:spLocks xmlns:a="http://schemas.openxmlformats.org/drawingml/2006/main" noGrp="1"/>
          </p:cNvSpPr>
          <p:nvPr/>
        </p:nvSpPr>
        <p:spPr>
          <a:xfrm xmlns:a="http://schemas.openxmlformats.org/drawingml/2006/main">
            <a:off x="5334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agent cart + handoff</a:t>
            </a:r>
          </a:p>
        </p:txBody>
      </p:sp>
      <p:sp>
        <p:nvSpPr>
          <p:cNvPr id="10" name="">
            <a:extLst xmlns:a="http://schemas.openxmlformats.org/drawingml/2006/main">
              <a:ext uri="{FF2B5EF4-FFF2-40B4-BE49-F238E27FC236}">
                <a16:creationId xmlns:a16="http://schemas.microsoft.com/office/drawing/2014/main" id="{BD3841CA-8A4F-4684-98F1-DF8ECAA8F351}"/>
              </a:ext>
            </a:extLst>
          </p:cNvPr>
          <p:cNvSpPr>
            <a:spLocks xmlns:a="http://schemas.openxmlformats.org/drawingml/2006/main" noGrp="1"/>
          </p:cNvSpPr>
          <p:nvPr/>
        </p:nvSpPr>
        <p:spPr>
          <a:xfrm xmlns:a="http://schemas.openxmlformats.org/drawingml/2006/main">
            <a:off x="33147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ASSISTED</a:t>
            </a:r>
          </a:p>
        </p:txBody>
      </p:sp>
      <p:sp>
        <p:nvSpPr>
          <p:cNvPr id="11" name="">
            <a:extLst xmlns:a="http://schemas.openxmlformats.org/drawingml/2006/main">
              <a:ext uri="{FF2B5EF4-FFF2-40B4-BE49-F238E27FC236}">
                <a16:creationId xmlns:a16="http://schemas.microsoft.com/office/drawing/2014/main" id="{F6F8F6BA-D21E-4AB8-8F29-93258E501FFB}"/>
              </a:ext>
            </a:extLst>
          </p:cNvPr>
          <p:cNvSpPr>
            <a:spLocks xmlns:a="http://schemas.openxmlformats.org/drawingml/2006/main" noGrp="1"/>
          </p:cNvSpPr>
          <p:nvPr/>
        </p:nvSpPr>
        <p:spPr>
          <a:xfrm xmlns:a="http://schemas.openxmlformats.org/drawingml/2006/main">
            <a:off x="33147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cart evidence</a:t>
            </a:r>
          </a:p>
        </p:txBody>
      </p:sp>
      <p:sp>
        <p:nvSpPr>
          <p:cNvPr id="12" name="">
            <a:extLst xmlns:a="http://schemas.openxmlformats.org/drawingml/2006/main">
              <a:ext uri="{FF2B5EF4-FFF2-40B4-BE49-F238E27FC236}">
                <a16:creationId xmlns:a16="http://schemas.microsoft.com/office/drawing/2014/main" id="{62D4B4DB-C25B-4212-A19B-4822CF0FA60D}"/>
              </a:ext>
            </a:extLst>
          </p:cNvPr>
          <p:cNvSpPr>
            <a:spLocks xmlns:a="http://schemas.openxmlformats.org/drawingml/2006/main" noGrp="1"/>
          </p:cNvSpPr>
          <p:nvPr/>
        </p:nvSpPr>
        <p:spPr>
          <a:xfrm xmlns:a="http://schemas.openxmlformats.org/drawingml/2006/main">
            <a:off x="60960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INFLUENCED</a:t>
            </a:r>
          </a:p>
        </p:txBody>
      </p:sp>
      <p:sp>
        <p:nvSpPr>
          <p:cNvPr id="13" name="">
            <a:extLst xmlns:a="http://schemas.openxmlformats.org/drawingml/2006/main">
              <a:ext uri="{FF2B5EF4-FFF2-40B4-BE49-F238E27FC236}">
                <a16:creationId xmlns:a16="http://schemas.microsoft.com/office/drawing/2014/main" id="{5024BCEA-200C-4FFA-93BA-BED5B31754C9}"/>
              </a:ext>
            </a:extLst>
          </p:cNvPr>
          <p:cNvSpPr>
            <a:spLocks xmlns:a="http://schemas.openxmlformats.org/drawingml/2006/main" noGrp="1"/>
          </p:cNvSpPr>
          <p:nvPr/>
        </p:nvSpPr>
        <p:spPr>
          <a:xfrm xmlns:a="http://schemas.openxmlformats.org/drawingml/2006/main">
            <a:off x="60960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Matching product evidence</a:t>
            </a:r>
          </a:p>
        </p:txBody>
      </p:sp>
      <p:sp>
        <p:nvSpPr>
          <p:cNvPr id="14" name="">
            <a:extLst xmlns:a="http://schemas.openxmlformats.org/drawingml/2006/main">
              <a:ext uri="{FF2B5EF4-FFF2-40B4-BE49-F238E27FC236}">
                <a16:creationId xmlns:a16="http://schemas.microsoft.com/office/drawing/2014/main" id="{02CB51D5-9376-4A16-BF3B-1FF2A0D51F73}"/>
              </a:ext>
            </a:extLst>
          </p:cNvPr>
          <p:cNvSpPr>
            <a:spLocks xmlns:a="http://schemas.openxmlformats.org/drawingml/2006/main" noGrp="1"/>
          </p:cNvSpPr>
          <p:nvPr/>
        </p:nvSpPr>
        <p:spPr>
          <a:xfrm xmlns:a="http://schemas.openxmlformats.org/drawingml/2006/main">
            <a:off x="8877300" y="53149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E94335"/>
                </a:solidFill>
                <a:latin typeface="Menlo"/>
                <a:ea typeface="Menlo"/>
                <a:cs typeface="Menlo"/>
              </a:defRPr>
            </a:pPr>
            <a:r>
              <a:rPr sz="975" b="1" i="0">
                <a:solidFill>
                  <a:srgbClr val="E94335"/>
                </a:solidFill>
                <a:latin typeface="Menlo"/>
                <a:ea typeface="Menlo"/>
                <a:cs typeface="Menlo"/>
              </a:rPr>
              <a:t>NO MATCH</a:t>
            </a:r>
          </a:p>
        </p:txBody>
      </p:sp>
      <p:sp>
        <p:nvSpPr>
          <p:cNvPr id="15" name="">
            <a:extLst xmlns:a="http://schemas.openxmlformats.org/drawingml/2006/main">
              <a:ext uri="{FF2B5EF4-FFF2-40B4-BE49-F238E27FC236}">
                <a16:creationId xmlns:a16="http://schemas.microsoft.com/office/drawing/2014/main" id="{3BF5BD6A-2134-40E0-B847-9D79152846C9}"/>
              </a:ext>
            </a:extLst>
          </p:cNvPr>
          <p:cNvSpPr>
            <a:spLocks xmlns:a="http://schemas.openxmlformats.org/drawingml/2006/main" noGrp="1"/>
          </p:cNvSpPr>
          <p:nvPr/>
        </p:nvSpPr>
        <p:spPr>
          <a:xfrm xmlns:a="http://schemas.openxmlformats.org/drawingml/2006/main">
            <a:off x="8877300" y="5553075"/>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i="0">
                <a:solidFill>
                  <a:srgbClr val="111111"/>
                </a:solidFill>
                <a:latin typeface="Helvetica Neue"/>
                <a:ea typeface="Helvetica Neue"/>
                <a:cs typeface="Helvetica Neue"/>
              </a:defRPr>
            </a:pPr>
            <a:r>
              <a:rPr sz="1125" b="1" i="0">
                <a:solidFill>
                  <a:srgbClr val="111111"/>
                </a:solidFill>
                <a:latin typeface="Helvetica Neue"/>
                <a:ea typeface="Helvetica Neue"/>
                <a:cs typeface="Helvetica Neue"/>
              </a:rPr>
              <a:t>No attribution</a:t>
            </a:r>
          </a:p>
        </p:txBody>
      </p:sp>
      <p:sp>
        <p:nvSpPr>
          <p:cNvPr id="16" name="">
            <a:extLst xmlns:a="http://schemas.openxmlformats.org/drawingml/2006/main">
              <a:ext uri="{FF2B5EF4-FFF2-40B4-BE49-F238E27FC236}">
                <a16:creationId xmlns:a16="http://schemas.microsoft.com/office/drawing/2014/main" id="{A0B0C24E-3856-4B1F-9B38-689963616D87}"/>
              </a:ext>
            </a:extLst>
          </p:cNvPr>
          <p:cNvSpPr>
            <a:spLocks xmlns:a="http://schemas.openxmlformats.org/drawingml/2006/main" noGrp="1"/>
          </p:cNvSpPr>
          <p:nvPr/>
        </p:nvSpPr>
        <p:spPr>
          <a:xfrm xmlns:a="http://schemas.openxmlformats.org/drawingml/2006/main">
            <a:off x="533400" y="6038850"/>
            <a:ext cx="11125200" cy="247650"/>
          </a:xfrm>
          <a:prstGeom xmlns:a="http://schemas.openxmlformats.org/drawingml/2006/main" prst="roundRect">
            <a:avLst>
              <a:gd name="adj" fmla="val 46154"/>
            </a:avLst>
          </a:prstGeom>
          <a:solidFill xmlns:a="http://schemas.openxmlformats.org/drawingml/2006/main">
            <a:srgbClr val="1769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4D270FF-94FC-4CDD-8498-594A26C59C21}"/>
              </a:ext>
            </a:extLst>
          </p:cNvPr>
          <p:cNvSpPr>
            <a:spLocks xmlns:a="http://schemas.openxmlformats.org/drawingml/2006/main" noGrp="1"/>
          </p:cNvSpPr>
          <p:nvPr/>
        </p:nvSpPr>
        <p:spPr>
          <a:xfrm xmlns:a="http://schemas.openxmlformats.org/drawingml/2006/main">
            <a:off x="723900" y="6096000"/>
            <a:ext cx="1028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GROSS − REFUNDS = NET · SESSION-ONLY CONTROLS CAN RESTRICT THE NEXT RUN</a:t>
            </a:r>
          </a:p>
        </p:txBody>
      </p:sp>
    </p:spTree>
    <p:extLst>
      <p:ext uri="{BB962C8B-B14F-4D97-AF65-F5344CB8AC3E}">
        <p14:creationId xmlns:p14="http://schemas.microsoft.com/office/powerpoint/2010/main" val="2109351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B2191F0-2E06-41A8-A101-0072BB1AB539}"/>
              </a:ext>
            </a:extLst>
          </p:cNvPr>
          <p:cNvSpPr>
            <a:spLocks xmlns:a="http://schemas.openxmlformats.org/drawingml/2006/main" noGrp="1"/>
          </p:cNvSpPr>
          <p:nvPr/>
        </p:nvSpPr>
        <p:spPr>
          <a:xfrm xmlns:a="http://schemas.openxmlformats.org/drawingml/2006/main">
            <a:off x="533400" y="381000"/>
            <a:ext cx="609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1769FF"/>
                </a:solidFill>
                <a:latin typeface="Menlo"/>
                <a:ea typeface="Menlo"/>
                <a:cs typeface="Menlo"/>
              </a:defRPr>
            </a:pPr>
            <a:r>
              <a:rPr sz="975" b="1" i="0">
                <a:solidFill>
                  <a:srgbClr val="1769FF"/>
                </a:solidFill>
                <a:latin typeface="Menlo"/>
                <a:ea typeface="Menlo"/>
                <a:cs typeface="Menlo"/>
              </a:rPr>
              <a:t>PROOF</a:t>
            </a:r>
          </a:p>
        </p:txBody>
      </p:sp>
      <p:sp>
        <p:nvSpPr>
          <p:cNvPr id="2" name="">
            <a:extLst xmlns:a="http://schemas.openxmlformats.org/drawingml/2006/main">
              <a:ext uri="{FF2B5EF4-FFF2-40B4-BE49-F238E27FC236}">
                <a16:creationId xmlns:a16="http://schemas.microsoft.com/office/drawing/2014/main" id="{554A02D3-69CF-45D7-8D83-4914905B8499}"/>
              </a:ext>
            </a:extLst>
          </p:cNvPr>
          <p:cNvSpPr>
            <a:spLocks xmlns:a="http://schemas.openxmlformats.org/drawingml/2006/main" noGrp="1"/>
          </p:cNvSpPr>
          <p:nvPr/>
        </p:nvSpPr>
        <p:spPr>
          <a:xfrm xmlns:a="http://schemas.openxmlformats.org/drawingml/2006/main">
            <a:off x="533400" y="723900"/>
            <a:ext cx="11125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3150" b="1" i="0">
                <a:solidFill>
                  <a:srgbClr val="111111"/>
                </a:solidFill>
                <a:latin typeface="Helvetica Neue"/>
                <a:ea typeface="Helvetica Neue"/>
                <a:cs typeface="Helvetica Neue"/>
              </a:defRPr>
            </a:pPr>
            <a:r>
              <a:rPr sz="3150" b="1" i="0">
                <a:solidFill>
                  <a:srgbClr val="111111"/>
                </a:solidFill>
                <a:latin typeface="Helvetica Neue"/>
                <a:ea typeface="Helvetica Neue"/>
                <a:cs typeface="Helvetica Neue"/>
              </a:rPr>
              <a:t>The critical boundaries are tested, not staged.</a:t>
            </a:r>
          </a:p>
        </p:txBody>
      </p:sp>
      <p:cxnSp>
        <p:nvCxnSpPr>
          <p:cNvPr id="48" name=""/>
          <p:cNvCxnSpPr/>
          <p:nvPr/>
        </p:nvCxnSpPr>
        <p:spPr>
          <a:xfrm xmlns:a="http://schemas.openxmlformats.org/drawingml/2006/main">
            <a:off x="533400" y="6457950"/>
            <a:ext cx="11125200" cy="0"/>
          </a:xfrm>
          <a:prstGeom xmlns:a="http://schemas.openxmlformats.org/drawingml/2006/main" prst="straightConnector1">
            <a:avLst/>
          </a:prstGeom>
          <a:ln xmlns:a="http://schemas.openxmlformats.org/drawingml/2006/main" w="9525">
            <a:solidFill>
              <a:srgbClr val="D1D5D8"/>
            </a:solidFill>
            <a:prstDash val="solid"/>
          </a:ln>
        </p:spPr>
      </p:cxnSp>
      <p:sp>
        <p:nvSpPr>
          <p:cNvPr id="4" name="">
            <a:extLst xmlns:a="http://schemas.openxmlformats.org/drawingml/2006/main">
              <a:ext uri="{FF2B5EF4-FFF2-40B4-BE49-F238E27FC236}">
                <a16:creationId xmlns:a16="http://schemas.microsoft.com/office/drawing/2014/main" id="{E20B2E0A-BB09-46B7-82E4-234C9EA69585}"/>
              </a:ext>
            </a:extLst>
          </p:cNvPr>
          <p:cNvSpPr>
            <a:spLocks xmlns:a="http://schemas.openxmlformats.org/drawingml/2006/main" noGrp="1"/>
          </p:cNvSpPr>
          <p:nvPr/>
        </p:nvSpPr>
        <p:spPr>
          <a:xfrm xmlns:a="http://schemas.openxmlformats.org/drawingml/2006/main">
            <a:off x="533400" y="65532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5E666D"/>
                </a:solidFill>
                <a:latin typeface="Menlo"/>
                <a:ea typeface="Menlo"/>
                <a:cs typeface="Menlo"/>
              </a:defRPr>
            </a:pPr>
            <a:r>
              <a:rPr sz="975" b="1" i="0">
                <a:solidFill>
                  <a:srgbClr val="5E666D"/>
                </a:solidFill>
                <a:latin typeface="Menlo"/>
                <a:ea typeface="Menlo"/>
                <a:cs typeface="Menlo"/>
              </a:rPr>
              <a:t>AGENT SNR · HACKATHON DEMO</a:t>
            </a:r>
          </a:p>
        </p:txBody>
      </p:sp>
      <p:sp>
        <p:nvSpPr>
          <p:cNvPr id="5" name="">
            <a:extLst xmlns:a="http://schemas.openxmlformats.org/drawingml/2006/main">
              <a:ext uri="{FF2B5EF4-FFF2-40B4-BE49-F238E27FC236}">
                <a16:creationId xmlns:a16="http://schemas.microsoft.com/office/drawing/2014/main" id="{392DEE81-DBCB-409E-885A-490F268243F6}"/>
              </a:ext>
            </a:extLst>
          </p:cNvPr>
          <p:cNvSpPr>
            <a:spLocks xmlns:a="http://schemas.openxmlformats.org/drawingml/2006/main" noGrp="1"/>
          </p:cNvSpPr>
          <p:nvPr/>
        </p:nvSpPr>
        <p:spPr>
          <a:xfrm xmlns:a="http://schemas.openxmlformats.org/drawingml/2006/main">
            <a:off x="11049000" y="653415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5E666D"/>
                </a:solidFill>
                <a:latin typeface="Menlo"/>
                <a:ea typeface="Menlo"/>
                <a:cs typeface="Menlo"/>
              </a:defRPr>
            </a:pPr>
            <a:r>
              <a:rPr sz="975" b="1" i="0">
                <a:solidFill>
                  <a:srgbClr val="5E666D"/>
                </a:solidFill>
                <a:latin typeface="Menlo"/>
                <a:ea typeface="Menlo"/>
                <a:cs typeface="Menlo"/>
              </a:rPr>
              <a:t>10</a:t>
            </a:r>
          </a:p>
        </p:txBody>
      </p:sp>
      <p:sp>
        <p:nvSpPr>
          <p:cNvPr id="6" name="">
            <a:extLst xmlns:a="http://schemas.openxmlformats.org/drawingml/2006/main">
              <a:ext uri="{FF2B5EF4-FFF2-40B4-BE49-F238E27FC236}">
                <a16:creationId xmlns:a16="http://schemas.microsoft.com/office/drawing/2014/main" id="{1510EE27-F951-4FD4-8C00-8EFDF64A978D}"/>
              </a:ext>
            </a:extLst>
          </p:cNvPr>
          <p:cNvSpPr>
            <a:spLocks xmlns:a="http://schemas.openxmlformats.org/drawingml/2006/main" noGrp="1"/>
          </p:cNvSpPr>
          <p:nvPr/>
        </p:nvSpPr>
        <p:spPr>
          <a:xfrm xmlns:a="http://schemas.openxmlformats.org/drawingml/2006/main">
            <a:off x="5334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79</a:t>
            </a:r>
          </a:p>
        </p:txBody>
      </p:sp>
      <p:cxnSp>
        <p:nvCxnSpPr>
          <p:cNvPr id="52" name=""/>
          <p:cNvCxnSpPr/>
          <p:nvPr/>
        </p:nvCxnSpPr>
        <p:spPr>
          <a:xfrm xmlns:a="http://schemas.openxmlformats.org/drawingml/2006/main">
            <a:off x="533400" y="2762250"/>
            <a:ext cx="3143250" cy="0"/>
          </a:xfrm>
          <a:prstGeom xmlns:a="http://schemas.openxmlformats.org/drawingml/2006/main" prst="straightConnector1">
            <a:avLst/>
          </a:prstGeom>
          <a:ln xmlns:a="http://schemas.openxmlformats.org/drawingml/2006/main" w="19050">
            <a:solidFill>
              <a:srgbClr val="1769FF"/>
            </a:solidFill>
            <a:prstDash val="solid"/>
          </a:ln>
        </p:spPr>
      </p:cxnSp>
      <p:sp>
        <p:nvSpPr>
          <p:cNvPr id="8" name="">
            <a:extLst xmlns:a="http://schemas.openxmlformats.org/drawingml/2006/main">
              <a:ext uri="{FF2B5EF4-FFF2-40B4-BE49-F238E27FC236}">
                <a16:creationId xmlns:a16="http://schemas.microsoft.com/office/drawing/2014/main" id="{5EAA8A34-FAE8-4215-93F3-E1A65F1E5B53}"/>
              </a:ext>
            </a:extLst>
          </p:cNvPr>
          <p:cNvSpPr>
            <a:spLocks xmlns:a="http://schemas.openxmlformats.org/drawingml/2006/main" noGrp="1"/>
          </p:cNvSpPr>
          <p:nvPr/>
        </p:nvSpPr>
        <p:spPr>
          <a:xfrm xmlns:a="http://schemas.openxmlformats.org/drawingml/2006/main">
            <a:off x="5334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JavaScript tests</a:t>
            </a:r>
          </a:p>
        </p:txBody>
      </p:sp>
      <p:sp>
        <p:nvSpPr>
          <p:cNvPr id="9" name="">
            <a:extLst xmlns:a="http://schemas.openxmlformats.org/drawingml/2006/main">
              <a:ext uri="{FF2B5EF4-FFF2-40B4-BE49-F238E27FC236}">
                <a16:creationId xmlns:a16="http://schemas.microsoft.com/office/drawing/2014/main" id="{0EB89508-425B-45E8-97A5-AC6BED8FB681}"/>
              </a:ext>
            </a:extLst>
          </p:cNvPr>
          <p:cNvSpPr>
            <a:spLocks xmlns:a="http://schemas.openxmlformats.org/drawingml/2006/main" noGrp="1"/>
          </p:cNvSpPr>
          <p:nvPr/>
        </p:nvSpPr>
        <p:spPr>
          <a:xfrm xmlns:a="http://schemas.openxmlformats.org/drawingml/2006/main">
            <a:off x="4457700" y="1809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65</a:t>
            </a:r>
          </a:p>
        </p:txBody>
      </p:sp>
      <p:cxnSp>
        <p:nvCxnSpPr>
          <p:cNvPr id="55" name=""/>
          <p:cNvCxnSpPr/>
          <p:nvPr/>
        </p:nvCxnSpPr>
        <p:spPr>
          <a:xfrm xmlns:a="http://schemas.openxmlformats.org/drawingml/2006/main">
            <a:off x="4457700" y="2762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1" name="">
            <a:extLst xmlns:a="http://schemas.openxmlformats.org/drawingml/2006/main">
              <a:ext uri="{FF2B5EF4-FFF2-40B4-BE49-F238E27FC236}">
                <a16:creationId xmlns:a16="http://schemas.microsoft.com/office/drawing/2014/main" id="{F7689A65-88E1-4F29-B6F2-DB23ACF889E2}"/>
              </a:ext>
            </a:extLst>
          </p:cNvPr>
          <p:cNvSpPr>
            <a:spLocks xmlns:a="http://schemas.openxmlformats.org/drawingml/2006/main" noGrp="1"/>
          </p:cNvSpPr>
          <p:nvPr/>
        </p:nvSpPr>
        <p:spPr>
          <a:xfrm xmlns:a="http://schemas.openxmlformats.org/drawingml/2006/main">
            <a:off x="4457700" y="2895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PHP tests / 597 assertions</a:t>
            </a:r>
          </a:p>
        </p:txBody>
      </p:sp>
      <p:sp>
        <p:nvSpPr>
          <p:cNvPr id="12" name="">
            <a:extLst xmlns:a="http://schemas.openxmlformats.org/drawingml/2006/main">
              <a:ext uri="{FF2B5EF4-FFF2-40B4-BE49-F238E27FC236}">
                <a16:creationId xmlns:a16="http://schemas.microsoft.com/office/drawing/2014/main" id="{3E111BE5-8B1F-4B45-AB0E-96FDB21B337D}"/>
              </a:ext>
            </a:extLst>
          </p:cNvPr>
          <p:cNvSpPr>
            <a:spLocks xmlns:a="http://schemas.openxmlformats.org/drawingml/2006/main" noGrp="1"/>
          </p:cNvSpPr>
          <p:nvPr/>
        </p:nvSpPr>
        <p:spPr>
          <a:xfrm xmlns:a="http://schemas.openxmlformats.org/drawingml/2006/main">
            <a:off x="8382000" y="1809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14/14</a:t>
            </a:r>
          </a:p>
        </p:txBody>
      </p:sp>
      <p:cxnSp>
        <p:nvCxnSpPr>
          <p:cNvPr id="58" name=""/>
          <p:cNvCxnSpPr/>
          <p:nvPr/>
        </p:nvCxnSpPr>
        <p:spPr>
          <a:xfrm xmlns:a="http://schemas.openxmlformats.org/drawingml/2006/main">
            <a:off x="8382000" y="2762250"/>
            <a:ext cx="3276600" cy="0"/>
          </a:xfrm>
          <a:prstGeom xmlns:a="http://schemas.openxmlformats.org/drawingml/2006/main" prst="straightConnector1">
            <a:avLst/>
          </a:prstGeom>
          <a:ln xmlns:a="http://schemas.openxmlformats.org/drawingml/2006/main" w="19050">
            <a:solidFill>
              <a:srgbClr val="111111"/>
            </a:solidFill>
            <a:prstDash val="solid"/>
          </a:ln>
        </p:spPr>
      </p:cxnSp>
      <p:sp>
        <p:nvSpPr>
          <p:cNvPr id="14" name="">
            <a:extLst xmlns:a="http://schemas.openxmlformats.org/drawingml/2006/main">
              <a:ext uri="{FF2B5EF4-FFF2-40B4-BE49-F238E27FC236}">
                <a16:creationId xmlns:a16="http://schemas.microsoft.com/office/drawing/2014/main" id="{2059C115-6B15-4B51-8074-34D2C2AD5B36}"/>
              </a:ext>
            </a:extLst>
          </p:cNvPr>
          <p:cNvSpPr>
            <a:spLocks xmlns:a="http://schemas.openxmlformats.org/drawingml/2006/main" noGrp="1"/>
          </p:cNvSpPr>
          <p:nvPr/>
        </p:nvSpPr>
        <p:spPr>
          <a:xfrm xmlns:a="http://schemas.openxmlformats.org/drawingml/2006/main">
            <a:off x="8382000" y="2895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Chromium scenarios</a:t>
            </a:r>
          </a:p>
        </p:txBody>
      </p:sp>
      <p:sp>
        <p:nvSpPr>
          <p:cNvPr id="15" name="">
            <a:extLst xmlns:a="http://schemas.openxmlformats.org/drawingml/2006/main">
              <a:ext uri="{FF2B5EF4-FFF2-40B4-BE49-F238E27FC236}">
                <a16:creationId xmlns:a16="http://schemas.microsoft.com/office/drawing/2014/main" id="{63B5E0D6-BEBE-4047-A860-6DA4BF938715}"/>
              </a:ext>
            </a:extLst>
          </p:cNvPr>
          <p:cNvSpPr>
            <a:spLocks xmlns:a="http://schemas.openxmlformats.org/drawingml/2006/main" noGrp="1"/>
          </p:cNvSpPr>
          <p:nvPr/>
        </p:nvSpPr>
        <p:spPr>
          <a:xfrm xmlns:a="http://schemas.openxmlformats.org/drawingml/2006/main">
            <a:off x="5334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3</a:t>
            </a:r>
          </a:p>
        </p:txBody>
      </p:sp>
      <p:cxnSp>
        <p:nvCxnSpPr>
          <p:cNvPr id="61" name=""/>
          <p:cNvCxnSpPr/>
          <p:nvPr/>
        </p:nvCxnSpPr>
        <p:spPr>
          <a:xfrm xmlns:a="http://schemas.openxmlformats.org/drawingml/2006/main">
            <a:off x="5334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17" name="">
            <a:extLst xmlns:a="http://schemas.openxmlformats.org/drawingml/2006/main">
              <a:ext uri="{FF2B5EF4-FFF2-40B4-BE49-F238E27FC236}">
                <a16:creationId xmlns:a16="http://schemas.microsoft.com/office/drawing/2014/main" id="{951A485B-DB8F-4876-8F9E-AAF33F4B26D8}"/>
              </a:ext>
            </a:extLst>
          </p:cNvPr>
          <p:cNvSpPr>
            <a:spLocks xmlns:a="http://schemas.openxmlformats.org/drawingml/2006/main" noGrp="1"/>
          </p:cNvSpPr>
          <p:nvPr/>
        </p:nvSpPr>
        <p:spPr>
          <a:xfrm xmlns:a="http://schemas.openxmlformats.org/drawingml/2006/main">
            <a:off x="5334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Exact-ZIP WordPress / Woo environments</a:t>
            </a:r>
          </a:p>
        </p:txBody>
      </p:sp>
      <p:sp>
        <p:nvSpPr>
          <p:cNvPr id="18" name="">
            <a:extLst xmlns:a="http://schemas.openxmlformats.org/drawingml/2006/main">
              <a:ext uri="{FF2B5EF4-FFF2-40B4-BE49-F238E27FC236}">
                <a16:creationId xmlns:a16="http://schemas.microsoft.com/office/drawing/2014/main" id="{70B91830-4628-40DB-A40B-5BBE0464B7F8}"/>
              </a:ext>
            </a:extLst>
          </p:cNvPr>
          <p:cNvSpPr>
            <a:spLocks xmlns:a="http://schemas.openxmlformats.org/drawingml/2006/main" noGrp="1"/>
          </p:cNvSpPr>
          <p:nvPr/>
        </p:nvSpPr>
        <p:spPr>
          <a:xfrm xmlns:a="http://schemas.openxmlformats.org/drawingml/2006/main">
            <a:off x="4457700" y="4095750"/>
            <a:ext cx="3143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11111"/>
                </a:solidFill>
                <a:latin typeface="Helvetica Neue"/>
                <a:ea typeface="Helvetica Neue"/>
                <a:cs typeface="Helvetica Neue"/>
              </a:defRPr>
            </a:pPr>
            <a:r>
              <a:rPr sz="5100" b="1" i="0">
                <a:solidFill>
                  <a:srgbClr val="111111"/>
                </a:solidFill>
                <a:latin typeface="Helvetica Neue"/>
                <a:ea typeface="Helvetica Neue"/>
                <a:cs typeface="Helvetica Neue"/>
              </a:rPr>
              <a:t>0</a:t>
            </a:r>
          </a:p>
        </p:txBody>
      </p:sp>
      <p:cxnSp>
        <p:nvCxnSpPr>
          <p:cNvPr id="64" name=""/>
          <p:cNvCxnSpPr/>
          <p:nvPr/>
        </p:nvCxnSpPr>
        <p:spPr>
          <a:xfrm xmlns:a="http://schemas.openxmlformats.org/drawingml/2006/main">
            <a:off x="4457700" y="5048250"/>
            <a:ext cx="3143250" cy="0"/>
          </a:xfrm>
          <a:prstGeom xmlns:a="http://schemas.openxmlformats.org/drawingml/2006/main" prst="straightConnector1">
            <a:avLst/>
          </a:prstGeom>
          <a:ln xmlns:a="http://schemas.openxmlformats.org/drawingml/2006/main" w="19050">
            <a:solidFill>
              <a:srgbClr val="111111"/>
            </a:solidFill>
            <a:prstDash val="solid"/>
          </a:ln>
        </p:spPr>
      </p:cxnSp>
      <p:sp>
        <p:nvSpPr>
          <p:cNvPr id="20" name="">
            <a:extLst xmlns:a="http://schemas.openxmlformats.org/drawingml/2006/main">
              <a:ext uri="{FF2B5EF4-FFF2-40B4-BE49-F238E27FC236}">
                <a16:creationId xmlns:a16="http://schemas.microsoft.com/office/drawing/2014/main" id="{52437715-DF7A-4BB1-A0DF-D0E07B5FBF20}"/>
              </a:ext>
            </a:extLst>
          </p:cNvPr>
          <p:cNvSpPr>
            <a:spLocks xmlns:a="http://schemas.openxmlformats.org/drawingml/2006/main" noGrp="1"/>
          </p:cNvSpPr>
          <p:nvPr/>
        </p:nvSpPr>
        <p:spPr>
          <a:xfrm xmlns:a="http://schemas.openxmlformats.org/drawingml/2006/main">
            <a:off x="4457700" y="51816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11111"/>
                </a:solidFill>
                <a:latin typeface="Helvetica Neue"/>
                <a:ea typeface="Helvetica Neue"/>
                <a:cs typeface="Helvetica Neue"/>
              </a:defRPr>
            </a:pPr>
            <a:r>
              <a:rPr sz="1425" b="1" i="0">
                <a:solidFill>
                  <a:srgbClr val="111111"/>
                </a:solidFill>
                <a:latin typeface="Helvetica Neue"/>
                <a:ea typeface="Helvetica Neue"/>
                <a:cs typeface="Helvetica Neue"/>
              </a:rPr>
              <a:t>Plugin Check errors</a:t>
            </a:r>
          </a:p>
        </p:txBody>
      </p:sp>
      <p:sp>
        <p:nvSpPr>
          <p:cNvPr id="21" name="">
            <a:extLst xmlns:a="http://schemas.openxmlformats.org/drawingml/2006/main">
              <a:ext uri="{FF2B5EF4-FFF2-40B4-BE49-F238E27FC236}">
                <a16:creationId xmlns:a16="http://schemas.microsoft.com/office/drawing/2014/main" id="{33133C65-6C9A-42F5-A567-086111CB35E9}"/>
              </a:ext>
            </a:extLst>
          </p:cNvPr>
          <p:cNvSpPr>
            <a:spLocks xmlns:a="http://schemas.openxmlformats.org/drawingml/2006/main" noGrp="1"/>
          </p:cNvSpPr>
          <p:nvPr/>
        </p:nvSpPr>
        <p:spPr>
          <a:xfrm xmlns:a="http://schemas.openxmlformats.org/drawingml/2006/main">
            <a:off x="8382000" y="4095750"/>
            <a:ext cx="3276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5100" b="1" i="0">
                <a:solidFill>
                  <a:srgbClr val="1769FF"/>
                </a:solidFill>
                <a:latin typeface="Helvetica Neue"/>
                <a:ea typeface="Helvetica Neue"/>
                <a:cs typeface="Helvetica Neue"/>
              </a:defRPr>
            </a:pPr>
            <a:r>
              <a:rPr sz="5100" b="1" i="0">
                <a:solidFill>
                  <a:srgbClr val="1769FF"/>
                </a:solidFill>
                <a:latin typeface="Helvetica Neue"/>
                <a:ea typeface="Helvetica Neue"/>
                <a:cs typeface="Helvetica Neue"/>
              </a:rPr>
              <a:t>2×</a:t>
            </a:r>
          </a:p>
        </p:txBody>
      </p:sp>
      <p:cxnSp>
        <p:nvCxnSpPr>
          <p:cNvPr id="67" name=""/>
          <p:cNvCxnSpPr/>
          <p:nvPr/>
        </p:nvCxnSpPr>
        <p:spPr>
          <a:xfrm xmlns:a="http://schemas.openxmlformats.org/drawingml/2006/main">
            <a:off x="8382000" y="5048250"/>
            <a:ext cx="3276600" cy="0"/>
          </a:xfrm>
          <a:prstGeom xmlns:a="http://schemas.openxmlformats.org/drawingml/2006/main" prst="straightConnector1">
            <a:avLst/>
          </a:prstGeom>
          <a:ln xmlns:a="http://schemas.openxmlformats.org/drawingml/2006/main" w="19050">
            <a:solidFill>
              <a:srgbClr val="1769FF"/>
            </a:solidFill>
            <a:prstDash val="solid"/>
          </a:ln>
        </p:spPr>
      </p:cxnSp>
      <p:sp>
        <p:nvSpPr>
          <p:cNvPr id="23" name="">
            <a:extLst xmlns:a="http://schemas.openxmlformats.org/drawingml/2006/main">
              <a:ext uri="{FF2B5EF4-FFF2-40B4-BE49-F238E27FC236}">
                <a16:creationId xmlns:a16="http://schemas.microsoft.com/office/drawing/2014/main" id="{8BDC619D-57B1-4B1B-864A-E34255BA9FC3}"/>
              </a:ext>
            </a:extLst>
          </p:cNvPr>
          <p:cNvSpPr>
            <a:spLocks xmlns:a="http://schemas.openxmlformats.org/drawingml/2006/main" noGrp="1"/>
          </p:cNvSpPr>
          <p:nvPr/>
        </p:nvSpPr>
        <p:spPr>
          <a:xfrm xmlns:a="http://schemas.openxmlformats.org/drawingml/2006/main">
            <a:off x="8382000" y="5181600"/>
            <a:ext cx="327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1" i="0">
                <a:solidFill>
                  <a:srgbClr val="1769FF"/>
                </a:solidFill>
                <a:latin typeface="Helvetica Neue"/>
                <a:ea typeface="Helvetica Neue"/>
                <a:cs typeface="Helvetica Neue"/>
              </a:defRPr>
            </a:pPr>
            <a:r>
              <a:rPr sz="1425" b="1" i="0">
                <a:solidFill>
                  <a:srgbClr val="1769FF"/>
                </a:solidFill>
                <a:latin typeface="Helvetica Neue"/>
                <a:ea typeface="Helvetica Neue"/>
                <a:cs typeface="Helvetica Neue"/>
              </a:rPr>
              <a:t>Clean builds, identical bytes</a:t>
            </a:r>
          </a:p>
        </p:txBody>
      </p:sp>
    </p:spTree>
    <p:extLst>
      <p:ext uri="{BB962C8B-B14F-4D97-AF65-F5344CB8AC3E}">
        <p14:creationId xmlns:p14="http://schemas.microsoft.com/office/powerpoint/2010/main" val="214245360"/>
      </p:ext>
    </p:extLst>
  </p:cSld>
</p:sld>
</file>

<file path=ppt/slides/slide11.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572D7E-5D41-45A7-8C2A-05B2A4D09211}"/>
              </a:ext>
            </a:extLst>
          </p:cNvPr>
          <p:cNvSpPr>
            <a:spLocks xmlns:a="http://schemas.openxmlformats.org/drawingml/2006/main" noGrp="1"/>
          </p:cNvSpPr>
          <p:nvPr/>
        </p:nvSpPr>
        <p:spPr>
          <a:xfrm xmlns:a="http://schemas.openxmlformats.org/drawingml/2006/main">
            <a:off x="5334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BUILD TRUST INTO THE AGENT LOOP</a:t>
            </a:r>
          </a:p>
        </p:txBody>
      </p:sp>
      <p:sp>
        <p:nvSpPr>
          <p:cNvPr id="2" name="">
            <a:extLst xmlns:a="http://schemas.openxmlformats.org/drawingml/2006/main">
              <a:ext uri="{FF2B5EF4-FFF2-40B4-BE49-F238E27FC236}">
                <a16:creationId xmlns:a16="http://schemas.microsoft.com/office/drawing/2014/main" id="{DFD6E6ED-31EE-4182-91FF-8F9095165854}"/>
              </a:ext>
            </a:extLst>
          </p:cNvPr>
          <p:cNvSpPr>
            <a:spLocks xmlns:a="http://schemas.openxmlformats.org/drawingml/2006/main" noGrp="1"/>
          </p:cNvSpPr>
          <p:nvPr/>
        </p:nvSpPr>
        <p:spPr>
          <a:xfrm xmlns:a="http://schemas.openxmlformats.org/drawingml/2006/main">
            <a:off x="533400" y="800100"/>
            <a:ext cx="111252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Give every website-agent</a:t>
            </a:r>
          </a:p>
          <a:p xmlns:a="http://schemas.openxmlformats.org/drawingml/2006/main">
            <a:pPr algn="l">
              <a:buNone/>
              <a:defRPr sz="4350" b="1" i="0">
                <a:solidFill>
                  <a:srgbClr val="FFFFFF"/>
                </a:solidFill>
                <a:latin typeface="Helvetica Neue"/>
                <a:ea typeface="Helvetica Neue"/>
                <a:cs typeface="Helvetica Neue"/>
              </a:defRPr>
            </a:pPr>
            <a:r>
              <a:rPr sz="4350" b="1" i="0">
                <a:solidFill>
                  <a:srgbClr val="FFFFFF"/>
                </a:solidFill>
                <a:latin typeface="Helvetica Neue"/>
                <a:ea typeface="Helvetica Neue"/>
                <a:cs typeface="Helvetica Neue"/>
              </a:rPr>
              <a:t>journey a provable outcome.</a:t>
            </a:r>
          </a:p>
        </p:txBody>
      </p:sp>
      <p:sp>
        <p:nvSpPr>
          <p:cNvPr id="3" name="">
            <a:extLst xmlns:a="http://schemas.openxmlformats.org/drawingml/2006/main">
              <a:ext uri="{FF2B5EF4-FFF2-40B4-BE49-F238E27FC236}">
                <a16:creationId xmlns:a16="http://schemas.microsoft.com/office/drawing/2014/main" id="{47E0BF27-D35F-4CC1-8667-3626AD1EE9AE}"/>
              </a:ext>
            </a:extLst>
          </p:cNvPr>
          <p:cNvSpPr>
            <a:spLocks xmlns:a="http://schemas.openxmlformats.org/drawingml/2006/main" noGrp="1"/>
          </p:cNvSpPr>
          <p:nvPr/>
        </p:nvSpPr>
        <p:spPr>
          <a:xfrm xmlns:a="http://schemas.openxmlformats.org/drawingml/2006/main">
            <a:off x="533400" y="3219450"/>
            <a:ext cx="3429000" cy="1866900"/>
          </a:xfrm>
          <a:prstGeom xmlns:a="http://schemas.openxmlformats.org/drawingml/2006/main" prst="roundRect">
            <a:avLst>
              <a:gd name="adj" fmla="val 6122"/>
            </a:avLst>
          </a:prstGeom>
          <a:solidFill xmlns:a="http://schemas.openxmlformats.org/drawingml/2006/main">
            <a:srgbClr val="1769FF"/>
          </a:solidFill>
          <a:ln xmlns:a="http://schemas.openxmlformats.org/drawingml/2006/main" w="9525">
            <a:solidFill>
              <a:srgbClr val="1769FF"/>
            </a:solidFill>
            <a:prstDash val="solid"/>
          </a:ln>
        </p:spPr>
      </p:sp>
      <p:sp>
        <p:nvSpPr>
          <p:cNvPr id="4" name="">
            <a:extLst xmlns:a="http://schemas.openxmlformats.org/drawingml/2006/main">
              <a:ext uri="{FF2B5EF4-FFF2-40B4-BE49-F238E27FC236}">
                <a16:creationId xmlns:a16="http://schemas.microsoft.com/office/drawing/2014/main" id="{9CB5BD8D-F3CC-4C4D-89AA-F40196180DD2}"/>
              </a:ext>
            </a:extLst>
          </p:cNvPr>
          <p:cNvSpPr>
            <a:spLocks xmlns:a="http://schemas.openxmlformats.org/drawingml/2006/main" noGrp="1"/>
          </p:cNvSpPr>
          <p:nvPr/>
        </p:nvSpPr>
        <p:spPr>
          <a:xfrm xmlns:a="http://schemas.openxmlformats.org/drawingml/2006/main">
            <a:off x="7620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FFFFFF"/>
                </a:solidFill>
                <a:latin typeface="Menlo"/>
                <a:ea typeface="Menlo"/>
                <a:cs typeface="Menlo"/>
              </a:defRPr>
            </a:pPr>
            <a:r>
              <a:rPr sz="975" b="1" i="0">
                <a:solidFill>
                  <a:srgbClr val="FFFFFF"/>
                </a:solidFill>
                <a:latin typeface="Menlo"/>
                <a:ea typeface="Menlo"/>
                <a:cs typeface="Menlo"/>
              </a:rPr>
              <a:t>PRIMARY</a:t>
            </a:r>
          </a:p>
        </p:txBody>
      </p:sp>
      <p:sp>
        <p:nvSpPr>
          <p:cNvPr id="5" name="">
            <a:extLst xmlns:a="http://schemas.openxmlformats.org/drawingml/2006/main">
              <a:ext uri="{FF2B5EF4-FFF2-40B4-BE49-F238E27FC236}">
                <a16:creationId xmlns:a16="http://schemas.microsoft.com/office/drawing/2014/main" id="{14296555-70DE-4782-AF7F-DF761224BD18}"/>
              </a:ext>
            </a:extLst>
          </p:cNvPr>
          <p:cNvSpPr>
            <a:spLocks xmlns:a="http://schemas.openxmlformats.org/drawingml/2006/main" noGrp="1"/>
          </p:cNvSpPr>
          <p:nvPr/>
        </p:nvSpPr>
        <p:spPr>
          <a:xfrm xmlns:a="http://schemas.openxmlformats.org/drawingml/2006/main">
            <a:off x="7620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Top-level WebMCP demo</a:t>
            </a:r>
          </a:p>
        </p:txBody>
      </p:sp>
      <p:sp>
        <p:nvSpPr>
          <p:cNvPr id="6" name="">
            <a:extLst xmlns:a="http://schemas.openxmlformats.org/drawingml/2006/main">
              <a:ext uri="{FF2B5EF4-FFF2-40B4-BE49-F238E27FC236}">
                <a16:creationId xmlns:a16="http://schemas.microsoft.com/office/drawing/2014/main" id="{FE7EC4E8-9A22-496B-9688-FCC349C9F639}"/>
              </a:ext>
            </a:extLst>
          </p:cNvPr>
          <p:cNvSpPr>
            <a:spLocks xmlns:a="http://schemas.openxmlformats.org/drawingml/2006/main" noGrp="1"/>
          </p:cNvSpPr>
          <p:nvPr/>
        </p:nvSpPr>
        <p:spPr>
          <a:xfrm xmlns:a="http://schemas.openxmlformats.org/drawingml/2006/main">
            <a:off x="7620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DCE8FF"/>
                </a:solidFill>
                <a:latin typeface="Menlo"/>
                <a:ea typeface="Menlo"/>
                <a:cs typeface="Menlo"/>
              </a:defRPr>
            </a:pPr>
            <a:r>
              <a:rPr sz="1050" b="0" i="0">
                <a:solidFill>
                  <a:srgbClr val="DCE8FF"/>
                </a:solidFill>
                <a:latin typeface="Menlo"/>
                <a:ea typeface="Menlo"/>
                <a:cs typeface="Menlo"/>
              </a:rPr>
              <a:t>Public storefront + Agent SNR</a:t>
            </a:r>
          </a:p>
        </p:txBody>
      </p:sp>
      <p:sp>
        <p:nvSpPr>
          <p:cNvPr id="7" name="">
            <a:extLst xmlns:a="http://schemas.openxmlformats.org/drawingml/2006/main">
              <a:ext uri="{FF2B5EF4-FFF2-40B4-BE49-F238E27FC236}">
                <a16:creationId xmlns:a16="http://schemas.microsoft.com/office/drawing/2014/main" id="{C491212D-AB23-47C1-8EA1-C788734C7FC9}"/>
              </a:ext>
            </a:extLst>
          </p:cNvPr>
          <p:cNvSpPr>
            <a:spLocks xmlns:a="http://schemas.openxmlformats.org/drawingml/2006/main" noGrp="1"/>
          </p:cNvSpPr>
          <p:nvPr/>
        </p:nvSpPr>
        <p:spPr>
          <a:xfrm xmlns:a="http://schemas.openxmlformats.org/drawingml/2006/main">
            <a:off x="424815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8" name="">
            <a:extLst xmlns:a="http://schemas.openxmlformats.org/drawingml/2006/main">
              <a:ext uri="{FF2B5EF4-FFF2-40B4-BE49-F238E27FC236}">
                <a16:creationId xmlns:a16="http://schemas.microsoft.com/office/drawing/2014/main" id="{503BD56E-37D2-4C59-929C-3A0031019105}"/>
              </a:ext>
            </a:extLst>
          </p:cNvPr>
          <p:cNvSpPr>
            <a:spLocks xmlns:a="http://schemas.openxmlformats.org/drawingml/2006/main" noGrp="1"/>
          </p:cNvSpPr>
          <p:nvPr/>
        </p:nvSpPr>
        <p:spPr>
          <a:xfrm xmlns:a="http://schemas.openxmlformats.org/drawingml/2006/main">
            <a:off x="447675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LOCAL</a:t>
            </a:r>
          </a:p>
        </p:txBody>
      </p:sp>
      <p:sp>
        <p:nvSpPr>
          <p:cNvPr id="9" name="">
            <a:extLst xmlns:a="http://schemas.openxmlformats.org/drawingml/2006/main">
              <a:ext uri="{FF2B5EF4-FFF2-40B4-BE49-F238E27FC236}">
                <a16:creationId xmlns:a16="http://schemas.microsoft.com/office/drawing/2014/main" id="{687CDC93-6687-43BF-A432-27D39499B181}"/>
              </a:ext>
            </a:extLst>
          </p:cNvPr>
          <p:cNvSpPr>
            <a:spLocks xmlns:a="http://schemas.openxmlformats.org/drawingml/2006/main" noGrp="1"/>
          </p:cNvSpPr>
          <p:nvPr/>
        </p:nvSpPr>
        <p:spPr>
          <a:xfrm xmlns:a="http://schemas.openxmlformats.org/drawingml/2006/main">
            <a:off x="447675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Docker showcase</a:t>
            </a:r>
          </a:p>
        </p:txBody>
      </p:sp>
      <p:sp>
        <p:nvSpPr>
          <p:cNvPr id="10" name="">
            <a:extLst xmlns:a="http://schemas.openxmlformats.org/drawingml/2006/main">
              <a:ext uri="{FF2B5EF4-FFF2-40B4-BE49-F238E27FC236}">
                <a16:creationId xmlns:a16="http://schemas.microsoft.com/office/drawing/2014/main" id="{73D8E54D-7D6E-4B34-950E-09EC75299361}"/>
              </a:ext>
            </a:extLst>
          </p:cNvPr>
          <p:cNvSpPr>
            <a:spLocks xmlns:a="http://schemas.openxmlformats.org/drawingml/2006/main" noGrp="1"/>
          </p:cNvSpPr>
          <p:nvPr/>
        </p:nvSpPr>
        <p:spPr>
          <a:xfrm xmlns:a="http://schemas.openxmlformats.org/drawingml/2006/main">
            <a:off x="447675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./bin/start-showcase.sh start</a:t>
            </a:r>
          </a:p>
        </p:txBody>
      </p:sp>
      <p:sp>
        <p:nvSpPr>
          <p:cNvPr id="11" name="">
            <a:extLst xmlns:a="http://schemas.openxmlformats.org/drawingml/2006/main">
              <a:ext uri="{FF2B5EF4-FFF2-40B4-BE49-F238E27FC236}">
                <a16:creationId xmlns:a16="http://schemas.microsoft.com/office/drawing/2014/main" id="{DA1798E6-C1AF-4A09-A8A4-7BDA12CA643D}"/>
              </a:ext>
            </a:extLst>
          </p:cNvPr>
          <p:cNvSpPr>
            <a:spLocks xmlns:a="http://schemas.openxmlformats.org/drawingml/2006/main" noGrp="1"/>
          </p:cNvSpPr>
          <p:nvPr/>
        </p:nvSpPr>
        <p:spPr>
          <a:xfrm xmlns:a="http://schemas.openxmlformats.org/drawingml/2006/main">
            <a:off x="7962900" y="3219450"/>
            <a:ext cx="3429000" cy="1866900"/>
          </a:xfrm>
          <a:prstGeom xmlns:a="http://schemas.openxmlformats.org/drawingml/2006/main" prst="roundRect">
            <a:avLst>
              <a:gd name="adj" fmla="val 6122"/>
            </a:avLst>
          </a:prstGeom>
          <a:solidFill xmlns:a="http://schemas.openxmlformats.org/drawingml/2006/main">
            <a:srgbClr val="232830"/>
          </a:solidFill>
          <a:ln xmlns:a="http://schemas.openxmlformats.org/drawingml/2006/main" w="9525">
            <a:solidFill>
              <a:srgbClr val="4A5260"/>
            </a:solidFill>
            <a:prstDash val="solid"/>
          </a:ln>
        </p:spPr>
      </p:sp>
      <p:sp>
        <p:nvSpPr>
          <p:cNvPr id="12" name="">
            <a:extLst xmlns:a="http://schemas.openxmlformats.org/drawingml/2006/main">
              <a:ext uri="{FF2B5EF4-FFF2-40B4-BE49-F238E27FC236}">
                <a16:creationId xmlns:a16="http://schemas.microsoft.com/office/drawing/2014/main" id="{0EDB1F8B-9C01-4AD4-B8F6-053F16152F55}"/>
              </a:ext>
            </a:extLst>
          </p:cNvPr>
          <p:cNvSpPr>
            <a:spLocks xmlns:a="http://schemas.openxmlformats.org/drawingml/2006/main" noGrp="1"/>
          </p:cNvSpPr>
          <p:nvPr/>
        </p:nvSpPr>
        <p:spPr>
          <a:xfrm xmlns:a="http://schemas.openxmlformats.org/drawingml/2006/main">
            <a:off x="8191500" y="34671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DCE8FF"/>
                </a:solidFill>
                <a:latin typeface="Menlo"/>
                <a:ea typeface="Menlo"/>
                <a:cs typeface="Menlo"/>
              </a:defRPr>
            </a:pPr>
            <a:r>
              <a:rPr sz="975" b="1" i="0">
                <a:solidFill>
                  <a:srgbClr val="DCE8FF"/>
                </a:solidFill>
                <a:latin typeface="Menlo"/>
                <a:ea typeface="Menlo"/>
                <a:cs typeface="Menlo"/>
              </a:rPr>
              <a:t>PORTABLE</a:t>
            </a:r>
          </a:p>
        </p:txBody>
      </p:sp>
      <p:sp>
        <p:nvSpPr>
          <p:cNvPr id="13" name="">
            <a:extLst xmlns:a="http://schemas.openxmlformats.org/drawingml/2006/main">
              <a:ext uri="{FF2B5EF4-FFF2-40B4-BE49-F238E27FC236}">
                <a16:creationId xmlns:a16="http://schemas.microsoft.com/office/drawing/2014/main" id="{77935ED3-9BBD-45BF-83CE-0C1E29466F71}"/>
              </a:ext>
            </a:extLst>
          </p:cNvPr>
          <p:cNvSpPr>
            <a:spLocks xmlns:a="http://schemas.openxmlformats.org/drawingml/2006/main" noGrp="1"/>
          </p:cNvSpPr>
          <p:nvPr/>
        </p:nvSpPr>
        <p:spPr>
          <a:xfrm xmlns:a="http://schemas.openxmlformats.org/drawingml/2006/main">
            <a:off x="8191500" y="3857625"/>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00" b="1" i="0">
                <a:solidFill>
                  <a:srgbClr val="FFFFFF"/>
                </a:solidFill>
                <a:latin typeface="Helvetica Neue"/>
                <a:ea typeface="Helvetica Neue"/>
                <a:cs typeface="Helvetica Neue"/>
              </a:defRPr>
            </a:pPr>
            <a:r>
              <a:rPr sz="1800" b="1" i="0">
                <a:solidFill>
                  <a:srgbClr val="FFFFFF"/>
                </a:solidFill>
                <a:latin typeface="Helvetica Neue"/>
                <a:ea typeface="Helvetica Neue"/>
                <a:cs typeface="Helvetica Neue"/>
              </a:rPr>
              <a:t>WordPress Playground</a:t>
            </a:r>
          </a:p>
        </p:txBody>
      </p:sp>
      <p:sp>
        <p:nvSpPr>
          <p:cNvPr id="14" name="">
            <a:extLst xmlns:a="http://schemas.openxmlformats.org/drawingml/2006/main">
              <a:ext uri="{FF2B5EF4-FFF2-40B4-BE49-F238E27FC236}">
                <a16:creationId xmlns:a16="http://schemas.microsoft.com/office/drawing/2014/main" id="{15C935D6-C9CE-48C0-A085-EBFE491A24E4}"/>
              </a:ext>
            </a:extLst>
          </p:cNvPr>
          <p:cNvSpPr>
            <a:spLocks xmlns:a="http://schemas.openxmlformats.org/drawingml/2006/main" noGrp="1"/>
          </p:cNvSpPr>
          <p:nvPr/>
        </p:nvSpPr>
        <p:spPr>
          <a:xfrm xmlns:a="http://schemas.openxmlformats.org/drawingml/2006/main">
            <a:off x="8191500" y="451485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0" i="0">
                <a:solidFill>
                  <a:srgbClr val="B9C0C8"/>
                </a:solidFill>
                <a:latin typeface="Menlo"/>
                <a:ea typeface="Menlo"/>
                <a:cs typeface="Menlo"/>
              </a:defRPr>
            </a:pPr>
            <a:r>
              <a:rPr sz="1050" b="0" i="0">
                <a:solidFill>
                  <a:srgbClr val="B9C0C8"/>
                </a:solidFill>
                <a:latin typeface="Menlo"/>
                <a:ea typeface="Menlo"/>
                <a:cs typeface="Menlo"/>
              </a:rPr>
              <a:t>Plugin and human behavior</a:t>
            </a:r>
          </a:p>
        </p:txBody>
      </p:sp>
      <p:sp>
        <p:nvSpPr>
          <p:cNvPr id="15" name="">
            <a:extLst xmlns:a="http://schemas.openxmlformats.org/drawingml/2006/main">
              <a:ext uri="{FF2B5EF4-FFF2-40B4-BE49-F238E27FC236}">
                <a16:creationId xmlns:a16="http://schemas.microsoft.com/office/drawing/2014/main" id="{EF06307D-D854-4B8D-B474-0C34F07E4961}"/>
              </a:ext>
            </a:extLst>
          </p:cNvPr>
          <p:cNvSpPr>
            <a:spLocks xmlns:a="http://schemas.openxmlformats.org/drawingml/2006/main" noGrp="1"/>
          </p:cNvSpPr>
          <p:nvPr/>
        </p:nvSpPr>
        <p:spPr>
          <a:xfrm xmlns:a="http://schemas.openxmlformats.org/drawingml/2006/main">
            <a:off x="533400" y="5524500"/>
            <a:ext cx="11125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500" b="1" i="0">
                <a:solidFill>
                  <a:srgbClr val="FFFFFF"/>
                </a:solidFill>
                <a:latin typeface="Helvetica Neue"/>
                <a:ea typeface="Helvetica Neue"/>
                <a:cs typeface="Helvetica Neue"/>
              </a:defRPr>
            </a:pPr>
            <a:r>
              <a:rPr sz="1500" b="1" i="0">
                <a:solidFill>
                  <a:srgbClr val="FFFFFF"/>
                </a:solidFill>
                <a:latin typeface="Helvetica Neue"/>
                <a:ea typeface="Helvetica Neue"/>
                <a:cs typeface="Helvetica Neue"/>
              </a:rPr>
              <a:t>Expose safe tools.  Observe real workflows.  Keep humans in control.  Improve the next run.</a:t>
            </a:r>
          </a:p>
        </p:txBody>
      </p:sp>
      <p:cxnSp>
        <p:nvCxnSpPr>
          <p:cNvPr id="50" name=""/>
          <p:cNvCxnSpPr/>
          <p:nvPr/>
        </p:nvCxnSpPr>
        <p:spPr>
          <a:xfrm xmlns:a="http://schemas.openxmlformats.org/drawingml/2006/main">
            <a:off x="533400" y="6191250"/>
            <a:ext cx="11125200" cy="0"/>
          </a:xfrm>
          <a:prstGeom xmlns:a="http://schemas.openxmlformats.org/drawingml/2006/main" prst="straightConnector1">
            <a:avLst/>
          </a:prstGeom>
          <a:ln xmlns:a="http://schemas.openxmlformats.org/drawingml/2006/main" w="9525">
            <a:solidFill>
              <a:srgbClr val="39404A"/>
            </a:solidFill>
            <a:prstDash val="solid"/>
          </a:ln>
        </p:spPr>
      </p:cxnSp>
      <p:sp>
        <p:nvSpPr>
          <p:cNvPr id="17" name="">
            <a:extLst xmlns:a="http://schemas.openxmlformats.org/drawingml/2006/main">
              <a:ext uri="{FF2B5EF4-FFF2-40B4-BE49-F238E27FC236}">
                <a16:creationId xmlns:a16="http://schemas.microsoft.com/office/drawing/2014/main" id="{CA663F68-66D6-4278-AABA-D17480850601}"/>
              </a:ext>
            </a:extLst>
          </p:cNvPr>
          <p:cNvSpPr>
            <a:spLocks xmlns:a="http://schemas.openxmlformats.org/drawingml/2006/main" noGrp="1"/>
          </p:cNvSpPr>
          <p:nvPr/>
        </p:nvSpPr>
        <p:spPr>
          <a:xfrm xmlns:a="http://schemas.openxmlformats.org/drawingml/2006/main">
            <a:off x="533400" y="63436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i="0">
                <a:solidFill>
                  <a:srgbClr val="AEB5BE"/>
                </a:solidFill>
                <a:latin typeface="Menlo"/>
                <a:ea typeface="Menlo"/>
                <a:cs typeface="Menlo"/>
              </a:defRPr>
            </a:pPr>
            <a:r>
              <a:rPr sz="975" b="1" i="0">
                <a:solidFill>
                  <a:srgbClr val="AEB5BE"/>
                </a:solidFill>
                <a:latin typeface="Menlo"/>
                <a:ea typeface="Menlo"/>
                <a:cs typeface="Menlo"/>
              </a:rPr>
              <a:t>AGENT SNR · OPEN-SOURCE WORDPRESS PLUGIN</a:t>
            </a:r>
          </a:p>
        </p:txBody>
      </p:sp>
      <p:sp>
        <p:nvSpPr>
          <p:cNvPr id="18" name="">
            <a:extLst xmlns:a="http://schemas.openxmlformats.org/drawingml/2006/main">
              <a:ext uri="{FF2B5EF4-FFF2-40B4-BE49-F238E27FC236}">
                <a16:creationId xmlns:a16="http://schemas.microsoft.com/office/drawing/2014/main" id="{7CFD270C-771F-4670-811F-5D5368575210}"/>
              </a:ext>
            </a:extLst>
          </p:cNvPr>
          <p:cNvSpPr>
            <a:spLocks xmlns:a="http://schemas.openxmlformats.org/drawingml/2006/main" noGrp="1"/>
          </p:cNvSpPr>
          <p:nvPr/>
        </p:nvSpPr>
        <p:spPr>
          <a:xfrm xmlns:a="http://schemas.openxmlformats.org/drawingml/2006/main">
            <a:off x="11049000" y="6324600"/>
            <a:ext cx="609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i="0">
                <a:solidFill>
                  <a:srgbClr val="AEB5BE"/>
                </a:solidFill>
                <a:latin typeface="Menlo"/>
                <a:ea typeface="Menlo"/>
                <a:cs typeface="Menlo"/>
              </a:defRPr>
            </a:pPr>
            <a:r>
              <a:rPr sz="975" b="1" i="0">
                <a:solidFill>
                  <a:srgbClr val="AEB5BE"/>
                </a:solidFill>
                <a:latin typeface="Menlo"/>
                <a:ea typeface="Menlo"/>
                <a:cs typeface="Menlo"/>
              </a:rPr>
              <a:t>11</a:t>
            </a:r>
          </a:p>
        </p:txBody>
      </p:sp>
    </p:spTree>
    <p:extLst>
      <p:ext uri="{BB962C8B-B14F-4D97-AF65-F5344CB8AC3E}">
        <p14:creationId xmlns:p14="http://schemas.microsoft.com/office/powerpoint/2010/main" val="14727150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2026-08-30T23:11:02.1210000Z</dcterms:created>
  <dcterms:modified xsi:type="dcterms:W3CDTF">2026-08-30T23:11:02.1220000Z</dcterms:modified>
</coreProperties>
</file>